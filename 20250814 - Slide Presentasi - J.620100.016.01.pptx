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10287000" cx="18288000"/>
  <p:notesSz cx="6858000" cy="9144000"/>
  <p:embeddedFontLst>
    <p:embeddedFont>
      <p:font typeface="League Spartan"/>
      <p:regular r:id="rId42"/>
      <p:bold r:id="rId43"/>
    </p:embeddedFont>
    <p:embeddedFont>
      <p:font typeface="Montserrat SemiBold"/>
      <p:regular r:id="rId44"/>
      <p:bold r:id="rId45"/>
      <p:italic r:id="rId46"/>
      <p:boldItalic r:id="rId47"/>
    </p:embeddedFont>
    <p:embeddedFont>
      <p:font typeface="Montserrat"/>
      <p:regular r:id="rId48"/>
      <p:bold r:id="rId49"/>
      <p:italic r:id="rId50"/>
      <p:boldItalic r:id="rId51"/>
    </p:embeddedFont>
    <p:embeddedFont>
      <p:font typeface="Montserrat Medium"/>
      <p:regular r:id="rId52"/>
      <p:bold r:id="rId53"/>
      <p:italic r:id="rId54"/>
      <p:boldItalic r:id="rId55"/>
    </p:embeddedFont>
    <p:embeddedFont>
      <p:font typeface="Mulish Medium"/>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0" roundtripDataSignature="AMtx7mhkZ2Fi+hOy/ClS1RsUexYz4fag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LeagueSpartan-regular.fntdata"/><Relationship Id="rId41" Type="http://schemas.openxmlformats.org/officeDocument/2006/relationships/slide" Target="slides/slide36.xml"/><Relationship Id="rId44" Type="http://schemas.openxmlformats.org/officeDocument/2006/relationships/font" Target="fonts/MontserratSemiBold-regular.fntdata"/><Relationship Id="rId43" Type="http://schemas.openxmlformats.org/officeDocument/2006/relationships/font" Target="fonts/LeagueSpartan-bold.fntdata"/><Relationship Id="rId46" Type="http://schemas.openxmlformats.org/officeDocument/2006/relationships/font" Target="fonts/MontserratSemiBold-italic.fntdata"/><Relationship Id="rId45" Type="http://schemas.openxmlformats.org/officeDocument/2006/relationships/font" Target="fonts/Montserrat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regular.fntdata"/><Relationship Id="rId47" Type="http://schemas.openxmlformats.org/officeDocument/2006/relationships/font" Target="fonts/MontserratSemiBold-boldItalic.fntdata"/><Relationship Id="rId49"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oldItalic.fntdata"/><Relationship Id="rId50" Type="http://schemas.openxmlformats.org/officeDocument/2006/relationships/font" Target="fonts/Montserrat-italic.fntdata"/><Relationship Id="rId53" Type="http://schemas.openxmlformats.org/officeDocument/2006/relationships/font" Target="fonts/MontserratMedium-bold.fntdata"/><Relationship Id="rId52" Type="http://schemas.openxmlformats.org/officeDocument/2006/relationships/font" Target="fonts/MontserratMedium-regular.fntdata"/><Relationship Id="rId11" Type="http://schemas.openxmlformats.org/officeDocument/2006/relationships/slide" Target="slides/slide6.xml"/><Relationship Id="rId55" Type="http://schemas.openxmlformats.org/officeDocument/2006/relationships/font" Target="fonts/MontserratMedium-boldItalic.fntdata"/><Relationship Id="rId10" Type="http://schemas.openxmlformats.org/officeDocument/2006/relationships/slide" Target="slides/slide5.xml"/><Relationship Id="rId54" Type="http://schemas.openxmlformats.org/officeDocument/2006/relationships/font" Target="fonts/MontserratMedium-italic.fntdata"/><Relationship Id="rId13" Type="http://schemas.openxmlformats.org/officeDocument/2006/relationships/slide" Target="slides/slide8.xml"/><Relationship Id="rId57" Type="http://schemas.openxmlformats.org/officeDocument/2006/relationships/font" Target="fonts/MulishMedium-bold.fntdata"/><Relationship Id="rId12" Type="http://schemas.openxmlformats.org/officeDocument/2006/relationships/slide" Target="slides/slide7.xml"/><Relationship Id="rId56" Type="http://schemas.openxmlformats.org/officeDocument/2006/relationships/font" Target="fonts/MulishMedium-regular.fntdata"/><Relationship Id="rId15" Type="http://schemas.openxmlformats.org/officeDocument/2006/relationships/slide" Target="slides/slide10.xml"/><Relationship Id="rId59" Type="http://schemas.openxmlformats.org/officeDocument/2006/relationships/font" Target="fonts/MulishMedium-boldItalic.fntdata"/><Relationship Id="rId14" Type="http://schemas.openxmlformats.org/officeDocument/2006/relationships/slide" Target="slides/slide9.xml"/><Relationship Id="rId58" Type="http://schemas.openxmlformats.org/officeDocument/2006/relationships/font" Target="fonts/Mulish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d7211e31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6d7211e311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US" sz="1800"/>
              <a:t>"Kalau kamu disuruh membaca tulisan tangan teman yang tulisannya acak-acakan, kamu bisa paham nggak?"</a:t>
            </a:r>
            <a:endParaRPr sz="1800"/>
          </a:p>
          <a:p>
            <a:pPr indent="0" lvl="0" marL="0" marR="381000" rtl="0" algn="l">
              <a:lnSpc>
                <a:spcPct val="115000"/>
              </a:lnSpc>
              <a:spcBef>
                <a:spcPts val="1200"/>
              </a:spcBef>
              <a:spcAft>
                <a:spcPts val="1200"/>
              </a:spcAft>
              <a:buNone/>
            </a:pPr>
            <a:r>
              <a:rPr lang="en-US" sz="1800"/>
              <a:t>"Nah, begitu juga dengan kode program. Kode yang tidak rapi akan menyulitkan orang lain — bahkan diri kita sendiri nanti!"</a:t>
            </a:r>
            <a:endParaRPr sz="1800"/>
          </a:p>
        </p:txBody>
      </p:sp>
      <p:sp>
        <p:nvSpPr>
          <p:cNvPr id="183" name="Google Shape;18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6d7211e311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6d7211e311_0_3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d7211e311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6d7211e311_0_4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6d7211e311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6d7211e311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6d7211e311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6d7211e311_0_5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6d7211e311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555" name="Google Shape;555;g36d7211e311_0_5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6d7211e311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594" name="Google Shape;594;g36d7211e311_0_6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6d7211e311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36d7211e311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6d7211e311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661" name="Google Shape;661;g36d7211e311_0_6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6d7211e311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700" name="Google Shape;700;g36d7211e311_0_7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6d7211e311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738" name="Google Shape;738;g36d7211e311_0_7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6d7211e311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776" name="Google Shape;776;g36d7211e311_0_8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6d7211e311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815" name="Google Shape;815;g36d7211e311_0_8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6d7211e311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854" name="Google Shape;854;g36d7211e311_0_8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6d7211e311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893" name="Google Shape;893;g36d7211e311_0_9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6d7211e311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931" name="Google Shape;931;g36d7211e311_0_9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6d7211e311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970" name="Google Shape;970;g36d7211e311_0_10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6d7211e311_0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1009" name="Google Shape;1009;g36d7211e311_0_10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6d7211e311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1047" name="Google Shape;1047;g36d7211e311_0_10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6d7211e311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1086" name="Google Shape;1086;g36d7211e311_0_1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6d7211e311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g36d7211e311_0_3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6d7211e311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1153" name="Google Shape;1153;g36d7211e311_0_1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6d7211e311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t>Jangan menulis komentar yang hanya mengulang kode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Fokus pada "mengapa" kode ditulis seperti itu</a:t>
            </a:r>
            <a:endParaRPr sz="2300"/>
          </a:p>
        </p:txBody>
      </p:sp>
      <p:sp>
        <p:nvSpPr>
          <p:cNvPr id="1192" name="Google Shape;1192;g36d7211e311_0_1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6d7211e311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g36d7211e311_0_1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6d7211e311_0_1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g36d7211e311_0_13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6d7211e31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g36d7211e31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1.jpg"/><Relationship Id="rId4" Type="http://schemas.openxmlformats.org/officeDocument/2006/relationships/image" Target="../media/image1.png"/><Relationship Id="rId11" Type="http://schemas.openxmlformats.org/officeDocument/2006/relationships/image" Target="../media/image12.png"/><Relationship Id="rId10" Type="http://schemas.openxmlformats.org/officeDocument/2006/relationships/image" Target="../media/image4.png"/><Relationship Id="rId12" Type="http://schemas.openxmlformats.org/officeDocument/2006/relationships/image" Target="../media/image7.png"/><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10.png"/></Relationships>
</file>

<file path=ppt/slides/_rels/slide2.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53.png"/><Relationship Id="rId13" Type="http://schemas.openxmlformats.org/officeDocument/2006/relationships/image" Target="../media/image48.png"/><Relationship Id="rId12" Type="http://schemas.openxmlformats.org/officeDocument/2006/relationships/image" Target="../media/image45.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15" Type="http://schemas.openxmlformats.org/officeDocument/2006/relationships/image" Target="../media/image64.png"/><Relationship Id="rId14" Type="http://schemas.openxmlformats.org/officeDocument/2006/relationships/image" Target="../media/image47.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1" Type="http://schemas.openxmlformats.org/officeDocument/2006/relationships/image" Target="../media/image18.jpg"/><Relationship Id="rId10"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1.jpg"/><Relationship Id="rId4" Type="http://schemas.openxmlformats.org/officeDocument/2006/relationships/image" Target="../media/image14.png"/><Relationship Id="rId9"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7.png"/><Relationship Id="rId7" Type="http://schemas.openxmlformats.org/officeDocument/2006/relationships/image" Target="../media/image16.png"/><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1" Type="http://schemas.openxmlformats.org/officeDocument/2006/relationships/image" Target="../media/image23.jpg"/><Relationship Id="rId10" Type="http://schemas.openxmlformats.org/officeDocument/2006/relationships/image" Target="../media/image4.png"/><Relationship Id="rId12" Type="http://schemas.openxmlformats.org/officeDocument/2006/relationships/image" Target="../media/image24.jp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1.jpg"/><Relationship Id="rId4" Type="http://schemas.openxmlformats.org/officeDocument/2006/relationships/image" Target="../media/image1.png"/><Relationship Id="rId9"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1.pn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1.jpg"/><Relationship Id="rId4" Type="http://schemas.openxmlformats.org/officeDocument/2006/relationships/image" Target="../media/image9.png"/><Relationship Id="rId9"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3.png"/><Relationship Id="rId7" Type="http://schemas.openxmlformats.org/officeDocument/2006/relationships/image" Target="../media/image29.png"/><Relationship Id="rId8"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1.jpg"/><Relationship Id="rId4" Type="http://schemas.openxmlformats.org/officeDocument/2006/relationships/image" Target="../media/image17.png"/><Relationship Id="rId9" Type="http://schemas.openxmlformats.org/officeDocument/2006/relationships/image" Target="../media/image43.png"/><Relationship Id="rId5" Type="http://schemas.openxmlformats.org/officeDocument/2006/relationships/image" Target="../media/image39.jpg"/><Relationship Id="rId6" Type="http://schemas.openxmlformats.org/officeDocument/2006/relationships/image" Target="../media/image3.png"/><Relationship Id="rId7" Type="http://schemas.openxmlformats.org/officeDocument/2006/relationships/image" Target="../media/image15.png"/><Relationship Id="rId8" Type="http://schemas.openxmlformats.org/officeDocument/2006/relationships/image" Target="../media/image41.png"/></Relationships>
</file>

<file path=ppt/slides/_rels/slide8.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49.png"/><Relationship Id="rId13" Type="http://schemas.openxmlformats.org/officeDocument/2006/relationships/image" Target="../media/image4.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1.jpg"/><Relationship Id="rId4" Type="http://schemas.openxmlformats.org/officeDocument/2006/relationships/image" Target="../media/image8.png"/><Relationship Id="rId9" Type="http://schemas.openxmlformats.org/officeDocument/2006/relationships/image" Target="../media/image52.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4.png"/><Relationship Id="rId8" Type="http://schemas.openxmlformats.org/officeDocument/2006/relationships/image" Target="../media/image1.png"/></Relationships>
</file>

<file path=ppt/slides/_rels/slide9.xml.rels><?xml version="1.0" encoding="UTF-8" standalone="yes"?><Relationships xmlns="http://schemas.openxmlformats.org/package/2006/relationships"><Relationship Id="rId10"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0"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1.xml.rels><?xml version="1.0" encoding="UTF-8" standalone="yes"?><Relationships xmlns="http://schemas.openxmlformats.org/package/2006/relationships"><Relationship Id="rId10"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2.xml.rels><?xml version="1.0" encoding="UTF-8" standalone="yes"?><Relationships xmlns="http://schemas.openxmlformats.org/package/2006/relationships"><Relationship Id="rId10"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13.xml.rels><?xml version="1.0" encoding="UTF-8" standalone="yes"?><Relationships xmlns="http://schemas.openxmlformats.org/package/2006/relationships"><Relationship Id="rId10" Type="http://schemas.openxmlformats.org/officeDocument/2006/relationships/image" Target="../media/image74.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4.xml.rels><?xml version="1.0" encoding="UTF-8" standalone="yes"?><Relationships xmlns="http://schemas.openxmlformats.org/package/2006/relationships"><Relationship Id="rId10" Type="http://schemas.openxmlformats.org/officeDocument/2006/relationships/image" Target="../media/image59.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5.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6.xml.rels><?xml version="1.0" encoding="UTF-8" standalone="yes"?><Relationships xmlns="http://schemas.openxmlformats.org/package/2006/relationships"><Relationship Id="rId10"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0.xml.rels><?xml version="1.0" encoding="UTF-8" standalone="yes"?><Relationships xmlns="http://schemas.openxmlformats.org/package/2006/relationships"><Relationship Id="rId10"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1.xml.rels><?xml version="1.0" encoding="UTF-8" standalone="yes"?><Relationships xmlns="http://schemas.openxmlformats.org/package/2006/relationships"><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2.xml.rels><?xml version="1.0" encoding="UTF-8" standalone="yes"?><Relationships xmlns="http://schemas.openxmlformats.org/package/2006/relationships"><Relationship Id="rId10" Type="http://schemas.openxmlformats.org/officeDocument/2006/relationships/image" Target="../media/image56.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4.xml.rels><?xml version="1.0" encoding="UTF-8" standalone="yes"?><Relationships xmlns="http://schemas.openxmlformats.org/package/2006/relationships"><Relationship Id="rId10" Type="http://schemas.openxmlformats.org/officeDocument/2006/relationships/image" Target="../media/image65.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5.xml.rels><?xml version="1.0" encoding="UTF-8" standalone="yes"?><Relationships xmlns="http://schemas.openxmlformats.org/package/2006/relationships"><Relationship Id="rId10"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7.xml.rels><?xml version="1.0" encoding="UTF-8" standalone="yes"?><Relationships xmlns="http://schemas.openxmlformats.org/package/2006/relationships"><Relationship Id="rId10"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8.xml.rels><?xml version="1.0" encoding="UTF-8" standalone="yes"?><Relationships xmlns="http://schemas.openxmlformats.org/package/2006/relationships"><Relationship Id="rId10" Type="http://schemas.openxmlformats.org/officeDocument/2006/relationships/image" Target="../media/image62.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29.xml.rels><?xml version="1.0" encoding="UTF-8" standalone="yes"?><Relationships xmlns="http://schemas.openxmlformats.org/package/2006/relationships"><Relationship Id="rId10"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30.xml.rels><?xml version="1.0" encoding="UTF-8" standalone="yes"?><Relationships xmlns="http://schemas.openxmlformats.org/package/2006/relationships"><Relationship Id="rId10" Type="http://schemas.openxmlformats.org/officeDocument/2006/relationships/image" Target="../media/image78.png"/><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31.xml.rels><?xml version="1.0" encoding="UTF-8" standalone="yes"?><Relationships xmlns="http://schemas.openxmlformats.org/package/2006/relationships"><Relationship Id="rId10" Type="http://schemas.openxmlformats.org/officeDocument/2006/relationships/image" Target="../media/image67.pn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4.png"/></Relationships>
</file>

<file path=ppt/slides/_rels/slide32.xml.rels><?xml version="1.0" encoding="UTF-8" standalone="yes"?><Relationships xmlns="http://schemas.openxmlformats.org/package/2006/relationships"><Relationship Id="rId11" Type="http://schemas.openxmlformats.org/officeDocument/2006/relationships/image" Target="../media/image73.png"/><Relationship Id="rId10" Type="http://schemas.openxmlformats.org/officeDocument/2006/relationships/image" Target="../media/image15.png"/><Relationship Id="rId13" Type="http://schemas.openxmlformats.org/officeDocument/2006/relationships/image" Target="../media/image9.png"/><Relationship Id="rId12" Type="http://schemas.openxmlformats.org/officeDocument/2006/relationships/image" Target="../media/image75.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1.jpg"/><Relationship Id="rId4" Type="http://schemas.openxmlformats.org/officeDocument/2006/relationships/image" Target="../media/image1.png"/><Relationship Id="rId9" Type="http://schemas.openxmlformats.org/officeDocument/2006/relationships/image" Target="../media/image44.png"/><Relationship Id="rId14" Type="http://schemas.openxmlformats.org/officeDocument/2006/relationships/image" Target="../media/image4.png"/><Relationship Id="rId5" Type="http://schemas.openxmlformats.org/officeDocument/2006/relationships/image" Target="../media/image70.jpg"/><Relationship Id="rId6" Type="http://schemas.openxmlformats.org/officeDocument/2006/relationships/image" Target="../media/image49.png"/><Relationship Id="rId7" Type="http://schemas.openxmlformats.org/officeDocument/2006/relationships/image" Target="../media/image42.png"/><Relationship Id="rId8" Type="http://schemas.openxmlformats.org/officeDocument/2006/relationships/image" Target="../media/image46.png"/></Relationships>
</file>

<file path=ppt/slides/_rels/slide33.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34.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35.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36.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1.jpg"/><Relationship Id="rId4" Type="http://schemas.openxmlformats.org/officeDocument/2006/relationships/image" Target="../media/image1.png"/><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cxnSp>
        <p:nvCxnSpPr>
          <p:cNvPr id="85" name="Google Shape;85;p14"/>
          <p:cNvCxnSpPr/>
          <p:nvPr/>
        </p:nvCxnSpPr>
        <p:spPr>
          <a:xfrm>
            <a:off x="8605878" y="3192117"/>
            <a:ext cx="0" cy="5274900"/>
          </a:xfrm>
          <a:prstGeom prst="straightConnector1">
            <a:avLst/>
          </a:prstGeom>
          <a:noFill/>
          <a:ln cap="flat" cmpd="sng" w="38100">
            <a:solidFill>
              <a:srgbClr val="000000"/>
            </a:solidFill>
            <a:prstDash val="solid"/>
            <a:round/>
            <a:headEnd len="sm" w="sm" type="none"/>
            <a:tailEnd len="sm" w="sm" type="none"/>
          </a:ln>
        </p:spPr>
      </p:cxnSp>
      <p:grpSp>
        <p:nvGrpSpPr>
          <p:cNvPr id="86" name="Google Shape;86;p14"/>
          <p:cNvGrpSpPr/>
          <p:nvPr/>
        </p:nvGrpSpPr>
        <p:grpSpPr>
          <a:xfrm>
            <a:off x="15162291" y="-769078"/>
            <a:ext cx="3780963" cy="3780963"/>
            <a:chOff x="0" y="0"/>
            <a:chExt cx="812800" cy="812800"/>
          </a:xfrm>
        </p:grpSpPr>
        <p:sp>
          <p:nvSpPr>
            <p:cNvPr id="87" name="Google Shape;8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 name="Google Shape;89;p14"/>
          <p:cNvSpPr/>
          <p:nvPr/>
        </p:nvSpPr>
        <p:spPr>
          <a:xfrm>
            <a:off x="14684252" y="251935"/>
            <a:ext cx="1920257" cy="1944667"/>
          </a:xfrm>
          <a:custGeom>
            <a:rect b="b" l="l" r="r" t="t"/>
            <a:pathLst>
              <a:path extrusionOk="0" h="1944667" w="1920257">
                <a:moveTo>
                  <a:pt x="0" y="0"/>
                </a:moveTo>
                <a:lnTo>
                  <a:pt x="1920257" y="0"/>
                </a:lnTo>
                <a:lnTo>
                  <a:pt x="1920257" y="1944668"/>
                </a:lnTo>
                <a:lnTo>
                  <a:pt x="0" y="1944668"/>
                </a:lnTo>
                <a:lnTo>
                  <a:pt x="0" y="0"/>
                </a:lnTo>
                <a:close/>
              </a:path>
            </a:pathLst>
          </a:custGeom>
          <a:blipFill rotWithShape="1">
            <a:blip r:embed="rId4">
              <a:alphaModFix/>
            </a:blip>
            <a:stretch>
              <a:fillRect b="0" l="0" r="-25073" t="-23502"/>
            </a:stretch>
          </a:blipFill>
          <a:ln>
            <a:noFill/>
          </a:ln>
        </p:spPr>
      </p:sp>
      <p:sp>
        <p:nvSpPr>
          <p:cNvPr id="90" name="Google Shape;90;p14"/>
          <p:cNvSpPr/>
          <p:nvPr/>
        </p:nvSpPr>
        <p:spPr>
          <a:xfrm>
            <a:off x="6348234" y="7994024"/>
            <a:ext cx="449114" cy="449114"/>
          </a:xfrm>
          <a:custGeom>
            <a:rect b="b" l="l" r="r" t="t"/>
            <a:pathLst>
              <a:path extrusionOk="0" h="449114" w="449114">
                <a:moveTo>
                  <a:pt x="0" y="0"/>
                </a:moveTo>
                <a:lnTo>
                  <a:pt x="449114" y="0"/>
                </a:lnTo>
                <a:lnTo>
                  <a:pt x="449114" y="449113"/>
                </a:lnTo>
                <a:lnTo>
                  <a:pt x="0" y="449113"/>
                </a:lnTo>
                <a:lnTo>
                  <a:pt x="0" y="0"/>
                </a:lnTo>
                <a:close/>
              </a:path>
            </a:pathLst>
          </a:custGeom>
          <a:blipFill rotWithShape="1">
            <a:blip r:embed="rId5">
              <a:alphaModFix/>
            </a:blip>
            <a:stretch>
              <a:fillRect b="0" l="0" r="0" t="0"/>
            </a:stretch>
          </a:blipFill>
          <a:ln>
            <a:noFill/>
          </a:ln>
        </p:spPr>
      </p:sp>
      <p:grpSp>
        <p:nvGrpSpPr>
          <p:cNvPr id="91" name="Google Shape;91;p14"/>
          <p:cNvGrpSpPr/>
          <p:nvPr/>
        </p:nvGrpSpPr>
        <p:grpSpPr>
          <a:xfrm>
            <a:off x="-2478818" y="7273489"/>
            <a:ext cx="4957637" cy="4957637"/>
            <a:chOff x="0" y="0"/>
            <a:chExt cx="812800" cy="812800"/>
          </a:xfrm>
        </p:grpSpPr>
        <p:sp>
          <p:nvSpPr>
            <p:cNvPr id="92" name="Google Shape;92;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 name="Google Shape;94;p14"/>
          <p:cNvSpPr/>
          <p:nvPr/>
        </p:nvSpPr>
        <p:spPr>
          <a:xfrm>
            <a:off x="1689491" y="8395053"/>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6">
              <a:alphaModFix/>
            </a:blip>
            <a:stretch>
              <a:fillRect b="0" l="0" r="-25073" t="-23502"/>
            </a:stretch>
          </a:blipFill>
          <a:ln>
            <a:noFill/>
          </a:ln>
        </p:spPr>
      </p:sp>
      <p:sp>
        <p:nvSpPr>
          <p:cNvPr id="95" name="Google Shape;95;p14"/>
          <p:cNvSpPr/>
          <p:nvPr/>
        </p:nvSpPr>
        <p:spPr>
          <a:xfrm>
            <a:off x="9464394" y="-1148714"/>
            <a:ext cx="2841003" cy="3083856"/>
          </a:xfrm>
          <a:custGeom>
            <a:rect b="b" l="l" r="r" t="t"/>
            <a:pathLst>
              <a:path extrusionOk="0" h="3083856" w="2841003">
                <a:moveTo>
                  <a:pt x="0" y="0"/>
                </a:moveTo>
                <a:lnTo>
                  <a:pt x="2841003" y="0"/>
                </a:lnTo>
                <a:lnTo>
                  <a:pt x="2841003" y="3083856"/>
                </a:lnTo>
                <a:lnTo>
                  <a:pt x="0" y="3083856"/>
                </a:lnTo>
                <a:lnTo>
                  <a:pt x="0" y="0"/>
                </a:lnTo>
                <a:close/>
              </a:path>
            </a:pathLst>
          </a:custGeom>
          <a:blipFill rotWithShape="1">
            <a:blip r:embed="rId7">
              <a:alphaModFix amt="19999"/>
            </a:blip>
            <a:stretch>
              <a:fillRect b="0" l="0" r="0" t="0"/>
            </a:stretch>
          </a:blipFill>
          <a:ln>
            <a:noFill/>
          </a:ln>
        </p:spPr>
      </p:sp>
      <p:sp>
        <p:nvSpPr>
          <p:cNvPr id="96" name="Google Shape;96;p14"/>
          <p:cNvSpPr/>
          <p:nvPr/>
        </p:nvSpPr>
        <p:spPr>
          <a:xfrm>
            <a:off x="5512478" y="8931256"/>
            <a:ext cx="3445649" cy="3083856"/>
          </a:xfrm>
          <a:custGeom>
            <a:rect b="b" l="l" r="r" t="t"/>
            <a:pathLst>
              <a:path extrusionOk="0" h="3083856" w="3445649">
                <a:moveTo>
                  <a:pt x="0" y="0"/>
                </a:moveTo>
                <a:lnTo>
                  <a:pt x="3445650" y="0"/>
                </a:lnTo>
                <a:lnTo>
                  <a:pt x="3445650" y="3083856"/>
                </a:lnTo>
                <a:lnTo>
                  <a:pt x="0" y="3083856"/>
                </a:lnTo>
                <a:lnTo>
                  <a:pt x="0" y="0"/>
                </a:lnTo>
                <a:close/>
              </a:path>
            </a:pathLst>
          </a:custGeom>
          <a:blipFill rotWithShape="1">
            <a:blip r:embed="rId8">
              <a:alphaModFix amt="19999"/>
            </a:blip>
            <a:stretch>
              <a:fillRect b="0" l="0" r="0" t="0"/>
            </a:stretch>
          </a:blipFill>
          <a:ln>
            <a:noFill/>
          </a:ln>
        </p:spPr>
      </p:sp>
      <p:grpSp>
        <p:nvGrpSpPr>
          <p:cNvPr id="97" name="Google Shape;97;p14"/>
          <p:cNvGrpSpPr/>
          <p:nvPr/>
        </p:nvGrpSpPr>
        <p:grpSpPr>
          <a:xfrm>
            <a:off x="0" y="-180826"/>
            <a:ext cx="7085539" cy="767277"/>
            <a:chOff x="0" y="-47625"/>
            <a:chExt cx="1866150" cy="202081"/>
          </a:xfrm>
        </p:grpSpPr>
        <p:sp>
          <p:nvSpPr>
            <p:cNvPr id="98" name="Google Shape;98;p1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9" name="Google Shape;99;p14"/>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 name="Google Shape;100;p14"/>
          <p:cNvGrpSpPr/>
          <p:nvPr/>
        </p:nvGrpSpPr>
        <p:grpSpPr>
          <a:xfrm>
            <a:off x="11202461" y="9519723"/>
            <a:ext cx="7085539" cy="767277"/>
            <a:chOff x="0" y="-47625"/>
            <a:chExt cx="1866150" cy="202081"/>
          </a:xfrm>
        </p:grpSpPr>
        <p:sp>
          <p:nvSpPr>
            <p:cNvPr id="101" name="Google Shape;101;p1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2" name="Google Shape;102;p14"/>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3" name="Google Shape;103;p14"/>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04" name="Google Shape;104;p14"/>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05" name="Google Shape;105;p14"/>
          <p:cNvSpPr/>
          <p:nvPr/>
        </p:nvSpPr>
        <p:spPr>
          <a:xfrm>
            <a:off x="1488744" y="1149929"/>
            <a:ext cx="3151572" cy="1084632"/>
          </a:xfrm>
          <a:custGeom>
            <a:rect b="b" l="l" r="r" t="t"/>
            <a:pathLst>
              <a:path extrusionOk="0" h="1084632" w="3151572">
                <a:moveTo>
                  <a:pt x="0" y="0"/>
                </a:moveTo>
                <a:lnTo>
                  <a:pt x="3151572" y="0"/>
                </a:lnTo>
                <a:lnTo>
                  <a:pt x="3151572" y="1084632"/>
                </a:lnTo>
                <a:lnTo>
                  <a:pt x="0" y="1084632"/>
                </a:lnTo>
                <a:lnTo>
                  <a:pt x="0" y="0"/>
                </a:lnTo>
                <a:close/>
              </a:path>
            </a:pathLst>
          </a:custGeom>
          <a:blipFill rotWithShape="1">
            <a:blip r:embed="rId10">
              <a:alphaModFix/>
            </a:blip>
            <a:stretch>
              <a:fillRect b="0" l="0" r="0" t="0"/>
            </a:stretch>
          </a:blipFill>
          <a:ln>
            <a:noFill/>
          </a:ln>
        </p:spPr>
      </p:sp>
      <p:sp>
        <p:nvSpPr>
          <p:cNvPr id="106" name="Google Shape;106;p14"/>
          <p:cNvSpPr txBox="1"/>
          <p:nvPr/>
        </p:nvSpPr>
        <p:spPr>
          <a:xfrm>
            <a:off x="2121754" y="4640269"/>
            <a:ext cx="7297500" cy="215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t/>
            </a:r>
            <a:endParaRPr/>
          </a:p>
        </p:txBody>
      </p:sp>
      <p:sp>
        <p:nvSpPr>
          <p:cNvPr id="107" name="Google Shape;107;p14"/>
          <p:cNvSpPr txBox="1"/>
          <p:nvPr/>
        </p:nvSpPr>
        <p:spPr>
          <a:xfrm>
            <a:off x="2121754" y="4138417"/>
            <a:ext cx="5713200" cy="12312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US" sz="7999">
                <a:solidFill>
                  <a:srgbClr val="040912"/>
                </a:solidFill>
                <a:latin typeface="League Spartan"/>
                <a:ea typeface="League Spartan"/>
                <a:cs typeface="League Spartan"/>
                <a:sym typeface="League Spartan"/>
              </a:rPr>
              <a:t>PRESENSI</a:t>
            </a:r>
            <a:endParaRPr sz="3000"/>
          </a:p>
        </p:txBody>
      </p:sp>
      <p:sp>
        <p:nvSpPr>
          <p:cNvPr id="108" name="Google Shape;108;p14"/>
          <p:cNvSpPr txBox="1"/>
          <p:nvPr/>
        </p:nvSpPr>
        <p:spPr>
          <a:xfrm>
            <a:off x="7141737" y="7975375"/>
            <a:ext cx="1013700" cy="400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0B315E"/>
                </a:solidFill>
                <a:latin typeface="Montserrat"/>
                <a:ea typeface="Montserrat"/>
                <a:cs typeface="Montserrat"/>
                <a:sym typeface="Montserrat"/>
              </a:rPr>
              <a:t>2025</a:t>
            </a:r>
            <a:endParaRPr/>
          </a:p>
        </p:txBody>
      </p:sp>
      <p:grpSp>
        <p:nvGrpSpPr>
          <p:cNvPr id="109" name="Google Shape;109;p14"/>
          <p:cNvGrpSpPr/>
          <p:nvPr/>
        </p:nvGrpSpPr>
        <p:grpSpPr>
          <a:xfrm>
            <a:off x="11906085" y="4493368"/>
            <a:ext cx="4189213" cy="4189213"/>
            <a:chOff x="0" y="0"/>
            <a:chExt cx="812800" cy="812800"/>
          </a:xfrm>
        </p:grpSpPr>
        <p:sp>
          <p:nvSpPr>
            <p:cNvPr id="110" name="Google Shape;110;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61">
                <a:alpha val="2235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txBox="1"/>
            <p:nvPr/>
          </p:nvSpPr>
          <p:spPr>
            <a:xfrm>
              <a:off x="76200" y="28575"/>
              <a:ext cx="660400" cy="708025"/>
            </a:xfrm>
            <a:prstGeom prst="rect">
              <a:avLst/>
            </a:prstGeom>
            <a:noFill/>
            <a:ln>
              <a:noFill/>
            </a:ln>
          </p:spPr>
          <p:txBody>
            <a:bodyPr anchorCtr="0" anchor="ctr" bIns="61050" lIns="61050" spcFirstLastPara="1" rIns="61050" wrap="square" tIns="61050">
              <a:noAutofit/>
            </a:bodyPr>
            <a:lstStyle/>
            <a:p>
              <a:pPr indent="0" lvl="0" marL="0" marR="0" rtl="0" algn="ctr">
                <a:lnSpc>
                  <a:spcPct val="15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2" name="Google Shape;112;p14"/>
          <p:cNvSpPr/>
          <p:nvPr/>
        </p:nvSpPr>
        <p:spPr>
          <a:xfrm flipH="1" rot="-510407">
            <a:off x="11927294" y="2161990"/>
            <a:ext cx="4236945" cy="6072240"/>
          </a:xfrm>
          <a:custGeom>
            <a:rect b="b" l="l" r="r" t="t"/>
            <a:pathLst>
              <a:path extrusionOk="0" h="6072240" w="4236945">
                <a:moveTo>
                  <a:pt x="4236945" y="0"/>
                </a:moveTo>
                <a:lnTo>
                  <a:pt x="0" y="0"/>
                </a:lnTo>
                <a:lnTo>
                  <a:pt x="0" y="6072241"/>
                </a:lnTo>
                <a:lnTo>
                  <a:pt x="4236945" y="6072241"/>
                </a:lnTo>
                <a:lnTo>
                  <a:pt x="4236945" y="0"/>
                </a:lnTo>
                <a:close/>
              </a:path>
            </a:pathLst>
          </a:custGeom>
          <a:blipFill rotWithShape="1">
            <a:blip r:embed="rId11">
              <a:alphaModFix/>
            </a:blip>
            <a:stretch>
              <a:fillRect b="0" l="-11207" r="-11482" t="-52534"/>
            </a:stretch>
          </a:blipFill>
          <a:ln>
            <a:noFill/>
          </a:ln>
        </p:spPr>
      </p:sp>
      <p:sp>
        <p:nvSpPr>
          <p:cNvPr id="113" name="Google Shape;113;p14"/>
          <p:cNvSpPr/>
          <p:nvPr/>
        </p:nvSpPr>
        <p:spPr>
          <a:xfrm>
            <a:off x="15489523" y="8911057"/>
            <a:ext cx="329857" cy="329857"/>
          </a:xfrm>
          <a:custGeom>
            <a:rect b="b" l="l" r="r" t="t"/>
            <a:pathLst>
              <a:path extrusionOk="0" h="329857" w="329857">
                <a:moveTo>
                  <a:pt x="0" y="0"/>
                </a:moveTo>
                <a:lnTo>
                  <a:pt x="329857" y="0"/>
                </a:lnTo>
                <a:lnTo>
                  <a:pt x="329857" y="329858"/>
                </a:lnTo>
                <a:lnTo>
                  <a:pt x="0" y="329858"/>
                </a:lnTo>
                <a:lnTo>
                  <a:pt x="0" y="0"/>
                </a:lnTo>
                <a:close/>
              </a:path>
            </a:pathLst>
          </a:custGeom>
          <a:blipFill rotWithShape="1">
            <a:blip r:embed="rId12">
              <a:alphaModFix amt="50000"/>
            </a:blip>
            <a:stretch>
              <a:fillRect b="0" l="0" r="0" t="0"/>
            </a:stretch>
          </a:blipFill>
          <a:ln>
            <a:noFill/>
          </a:ln>
        </p:spPr>
      </p:sp>
      <p:sp>
        <p:nvSpPr>
          <p:cNvPr id="114" name="Google Shape;114;p14"/>
          <p:cNvSpPr txBox="1"/>
          <p:nvPr/>
        </p:nvSpPr>
        <p:spPr>
          <a:xfrm>
            <a:off x="11202461" y="8855006"/>
            <a:ext cx="4287062" cy="3962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00" u="none" cap="none" strike="noStrike">
                <a:solidFill>
                  <a:srgbClr val="0B315E"/>
                </a:solidFill>
                <a:latin typeface="Montserrat"/>
                <a:ea typeface="Montserrat"/>
                <a:cs typeface="Montserrat"/>
                <a:sym typeface="Montserrat"/>
              </a:rPr>
              <a:t>Smart </a:t>
            </a:r>
            <a:r>
              <a:rPr b="1" i="0" lang="en-US" sz="2400" u="none" cap="none" strike="noStrike">
                <a:solidFill>
                  <a:srgbClr val="0B315E"/>
                </a:solidFill>
                <a:latin typeface="Montserrat"/>
                <a:ea typeface="Montserrat"/>
                <a:cs typeface="Montserrat"/>
                <a:sym typeface="Montserrat"/>
              </a:rPr>
              <a:t>Creative Skills </a:t>
            </a:r>
            <a:r>
              <a:rPr b="0" i="0" lang="en-US" sz="2400" u="none" cap="none" strike="noStrike">
                <a:solidFill>
                  <a:srgbClr val="0B315E"/>
                </a:solidFill>
                <a:latin typeface="Montserrat"/>
                <a:ea typeface="Montserrat"/>
                <a:cs typeface="Montserrat"/>
                <a:sym typeface="Montserrat"/>
              </a:rPr>
              <a:t>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6d7211e311_0_1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20" name="Google Shape;120;g36d7211e311_0_115"/>
          <p:cNvGrpSpPr/>
          <p:nvPr/>
        </p:nvGrpSpPr>
        <p:grpSpPr>
          <a:xfrm>
            <a:off x="17581435" y="-117747"/>
            <a:ext cx="2079793" cy="2079793"/>
            <a:chOff x="0" y="0"/>
            <a:chExt cx="812800" cy="812800"/>
          </a:xfrm>
        </p:grpSpPr>
        <p:sp>
          <p:nvSpPr>
            <p:cNvPr id="121" name="Google Shape;121;g36d7211e311_0_1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6d7211e311_0_11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3" name="Google Shape;123;g36d7211e311_0_115"/>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24" name="Google Shape;124;g36d7211e311_0_115"/>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25" name="Google Shape;125;g36d7211e311_0_115"/>
          <p:cNvGrpSpPr/>
          <p:nvPr/>
        </p:nvGrpSpPr>
        <p:grpSpPr>
          <a:xfrm>
            <a:off x="-3028412" y="2805165"/>
            <a:ext cx="3811626" cy="3811626"/>
            <a:chOff x="0" y="0"/>
            <a:chExt cx="812800" cy="812800"/>
          </a:xfrm>
        </p:grpSpPr>
        <p:sp>
          <p:nvSpPr>
            <p:cNvPr id="126" name="Google Shape;126;g36d7211e311_0_1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6d7211e311_0_11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g36d7211e311_0_115"/>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29" name="Google Shape;129;g36d7211e311_0_115"/>
          <p:cNvGrpSpPr/>
          <p:nvPr/>
        </p:nvGrpSpPr>
        <p:grpSpPr>
          <a:xfrm>
            <a:off x="0" y="-180827"/>
            <a:ext cx="7086154" cy="767733"/>
            <a:chOff x="0" y="-47625"/>
            <a:chExt cx="1866300" cy="202200"/>
          </a:xfrm>
        </p:grpSpPr>
        <p:sp>
          <p:nvSpPr>
            <p:cNvPr id="130" name="Google Shape;130;g36d7211e311_0_1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1" name="Google Shape;131;g36d7211e311_0_1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 name="Google Shape;132;g36d7211e311_0_115"/>
          <p:cNvGrpSpPr/>
          <p:nvPr/>
        </p:nvGrpSpPr>
        <p:grpSpPr>
          <a:xfrm>
            <a:off x="11202461" y="9519722"/>
            <a:ext cx="7086154" cy="767733"/>
            <a:chOff x="0" y="-47625"/>
            <a:chExt cx="1866300" cy="202200"/>
          </a:xfrm>
        </p:grpSpPr>
        <p:sp>
          <p:nvSpPr>
            <p:cNvPr id="133" name="Google Shape;133;g36d7211e311_0_1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4" name="Google Shape;134;g36d7211e311_0_1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 name="Google Shape;135;g36d7211e311_0_115"/>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136" name="Google Shape;136;g36d7211e311_0_115"/>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137" name="Google Shape;137;g36d7211e311_0_115"/>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sp>
        <p:nvSpPr>
          <p:cNvPr id="138" name="Google Shape;138;g36d7211e311_0_115"/>
          <p:cNvSpPr txBox="1"/>
          <p:nvPr/>
        </p:nvSpPr>
        <p:spPr>
          <a:xfrm>
            <a:off x="7189148" y="673600"/>
            <a:ext cx="8800200" cy="12312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US" sz="7999">
                <a:solidFill>
                  <a:srgbClr val="040912"/>
                </a:solidFill>
                <a:latin typeface="League Spartan"/>
                <a:ea typeface="League Spartan"/>
                <a:cs typeface="League Spartan"/>
                <a:sym typeface="League Spartan"/>
              </a:rPr>
              <a:t>TATA TERTIB KELAS</a:t>
            </a:r>
            <a:endParaRPr sz="3000"/>
          </a:p>
        </p:txBody>
      </p:sp>
      <p:pic>
        <p:nvPicPr>
          <p:cNvPr id="139" name="Google Shape;139;g36d7211e311_0_115" title="Avoid_Distraction_free_icons_designed_by_Freepik-removebg-preview.png"/>
          <p:cNvPicPr preferRelativeResize="0"/>
          <p:nvPr/>
        </p:nvPicPr>
        <p:blipFill>
          <a:blip r:embed="rId10">
            <a:alphaModFix/>
          </a:blip>
          <a:stretch>
            <a:fillRect/>
          </a:stretch>
        </p:blipFill>
        <p:spPr>
          <a:xfrm>
            <a:off x="2440463" y="1805887"/>
            <a:ext cx="1915100" cy="1915125"/>
          </a:xfrm>
          <a:prstGeom prst="rect">
            <a:avLst/>
          </a:prstGeom>
          <a:noFill/>
          <a:ln>
            <a:noFill/>
          </a:ln>
        </p:spPr>
      </p:pic>
      <p:pic>
        <p:nvPicPr>
          <p:cNvPr id="140" name="Google Shape;140;g36d7211e311_0_115" title="No_Food_free_icons_designed_by_Freepik-removebg-preview.png"/>
          <p:cNvPicPr preferRelativeResize="0"/>
          <p:nvPr/>
        </p:nvPicPr>
        <p:blipFill>
          <a:blip r:embed="rId11">
            <a:alphaModFix/>
          </a:blip>
          <a:stretch>
            <a:fillRect/>
          </a:stretch>
        </p:blipFill>
        <p:spPr>
          <a:xfrm>
            <a:off x="13428538" y="1962040"/>
            <a:ext cx="1628013" cy="1628013"/>
          </a:xfrm>
          <a:prstGeom prst="rect">
            <a:avLst/>
          </a:prstGeom>
          <a:noFill/>
          <a:ln>
            <a:noFill/>
          </a:ln>
        </p:spPr>
      </p:pic>
      <p:pic>
        <p:nvPicPr>
          <p:cNvPr id="141" name="Google Shape;141;g36d7211e311_0_115" title="Berpakaian_Rapi-removebg-preview.png"/>
          <p:cNvPicPr preferRelativeResize="0"/>
          <p:nvPr/>
        </p:nvPicPr>
        <p:blipFill>
          <a:blip r:embed="rId12">
            <a:alphaModFix/>
          </a:blip>
          <a:stretch>
            <a:fillRect/>
          </a:stretch>
        </p:blipFill>
        <p:spPr>
          <a:xfrm>
            <a:off x="1042624" y="4533839"/>
            <a:ext cx="4710813" cy="4710813"/>
          </a:xfrm>
          <a:prstGeom prst="rect">
            <a:avLst/>
          </a:prstGeom>
          <a:noFill/>
          <a:ln>
            <a:noFill/>
          </a:ln>
        </p:spPr>
      </p:pic>
      <p:pic>
        <p:nvPicPr>
          <p:cNvPr id="142" name="Google Shape;142;g36d7211e311_0_115" title="download__2_-removebg-preview.png"/>
          <p:cNvPicPr preferRelativeResize="0"/>
          <p:nvPr/>
        </p:nvPicPr>
        <p:blipFill>
          <a:blip r:embed="rId13">
            <a:alphaModFix/>
          </a:blip>
          <a:stretch>
            <a:fillRect/>
          </a:stretch>
        </p:blipFill>
        <p:spPr>
          <a:xfrm>
            <a:off x="7189150" y="1805875"/>
            <a:ext cx="2283350" cy="2283350"/>
          </a:xfrm>
          <a:prstGeom prst="rect">
            <a:avLst/>
          </a:prstGeom>
          <a:noFill/>
          <a:ln>
            <a:noFill/>
          </a:ln>
        </p:spPr>
      </p:pic>
      <p:pic>
        <p:nvPicPr>
          <p:cNvPr id="143" name="Google Shape;143;g36d7211e311_0_115" title="Cartoon_Lightbulb_Idea_vector_image_on_VectorStock-removebg-preview.png"/>
          <p:cNvPicPr preferRelativeResize="0"/>
          <p:nvPr/>
        </p:nvPicPr>
        <p:blipFill>
          <a:blip r:embed="rId14">
            <a:alphaModFix/>
          </a:blip>
          <a:stretch>
            <a:fillRect/>
          </a:stretch>
        </p:blipFill>
        <p:spPr>
          <a:xfrm>
            <a:off x="12336748" y="4649063"/>
            <a:ext cx="3811625" cy="3811625"/>
          </a:xfrm>
          <a:prstGeom prst="rect">
            <a:avLst/>
          </a:prstGeom>
          <a:noFill/>
          <a:ln>
            <a:noFill/>
          </a:ln>
        </p:spPr>
      </p:pic>
      <p:pic>
        <p:nvPicPr>
          <p:cNvPr id="144" name="Google Shape;144;g36d7211e311_0_115" title="Young_man_Character_raise_his_hand_to_show_the_count_number_5__Flat_vector_illustration_isolated_on_white_background-removebg-preview.png"/>
          <p:cNvPicPr preferRelativeResize="0"/>
          <p:nvPr/>
        </p:nvPicPr>
        <p:blipFill>
          <a:blip r:embed="rId15">
            <a:alphaModFix/>
          </a:blip>
          <a:stretch>
            <a:fillRect/>
          </a:stretch>
        </p:blipFill>
        <p:spPr>
          <a:xfrm>
            <a:off x="6444913" y="4644400"/>
            <a:ext cx="4489704" cy="4489704"/>
          </a:xfrm>
          <a:prstGeom prst="rect">
            <a:avLst/>
          </a:prstGeom>
          <a:noFill/>
          <a:ln>
            <a:noFill/>
          </a:ln>
        </p:spPr>
      </p:pic>
      <p:sp>
        <p:nvSpPr>
          <p:cNvPr id="145" name="Google Shape;145;g36d7211e311_0_115"/>
          <p:cNvSpPr txBox="1"/>
          <p:nvPr/>
        </p:nvSpPr>
        <p:spPr>
          <a:xfrm>
            <a:off x="3381375" y="4940000"/>
            <a:ext cx="1137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46" name="Google Shape;146;g36d7211e311_0_115"/>
          <p:cNvSpPr txBox="1"/>
          <p:nvPr/>
        </p:nvSpPr>
        <p:spPr>
          <a:xfrm>
            <a:off x="2099175" y="8579275"/>
            <a:ext cx="25977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Berpakaian</a:t>
            </a:r>
            <a:endParaRPr sz="3200">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Rapi</a:t>
            </a:r>
            <a:endParaRPr sz="3200">
              <a:solidFill>
                <a:schemeClr val="dk1"/>
              </a:solidFill>
              <a:latin typeface="Montserrat Medium"/>
              <a:ea typeface="Montserrat Medium"/>
              <a:cs typeface="Montserrat Medium"/>
              <a:sym typeface="Montserrat Medium"/>
            </a:endParaRPr>
          </a:p>
        </p:txBody>
      </p:sp>
      <p:sp>
        <p:nvSpPr>
          <p:cNvPr id="147" name="Google Shape;147;g36d7211e311_0_115"/>
          <p:cNvSpPr txBox="1"/>
          <p:nvPr/>
        </p:nvSpPr>
        <p:spPr>
          <a:xfrm>
            <a:off x="6449636" y="8460700"/>
            <a:ext cx="44850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Angkat Tangan Sebelum Bertanya</a:t>
            </a:r>
            <a:endParaRPr sz="3200">
              <a:solidFill>
                <a:schemeClr val="dk1"/>
              </a:solidFill>
              <a:latin typeface="Montserrat Medium"/>
              <a:ea typeface="Montserrat Medium"/>
              <a:cs typeface="Montserrat Medium"/>
              <a:sym typeface="Montserrat Medium"/>
            </a:endParaRPr>
          </a:p>
        </p:txBody>
      </p:sp>
      <p:sp>
        <p:nvSpPr>
          <p:cNvPr id="148" name="Google Shape;148;g36d7211e311_0_115"/>
          <p:cNvSpPr txBox="1"/>
          <p:nvPr/>
        </p:nvSpPr>
        <p:spPr>
          <a:xfrm>
            <a:off x="12000074" y="8460688"/>
            <a:ext cx="44850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Izin Jika Ada Keperluan</a:t>
            </a:r>
            <a:endParaRPr sz="3200">
              <a:solidFill>
                <a:schemeClr val="dk1"/>
              </a:solidFill>
              <a:latin typeface="Montserrat Medium"/>
              <a:ea typeface="Montserrat Medium"/>
              <a:cs typeface="Montserrat Medium"/>
              <a:sym typeface="Montserrat Medium"/>
            </a:endParaRPr>
          </a:p>
        </p:txBody>
      </p:sp>
      <p:sp>
        <p:nvSpPr>
          <p:cNvPr id="149" name="Google Shape;149;g36d7211e311_0_115"/>
          <p:cNvSpPr txBox="1"/>
          <p:nvPr/>
        </p:nvSpPr>
        <p:spPr>
          <a:xfrm>
            <a:off x="6449636" y="3967300"/>
            <a:ext cx="448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Hadir Tepat Waktu</a:t>
            </a:r>
            <a:endParaRPr sz="3200">
              <a:solidFill>
                <a:schemeClr val="dk1"/>
              </a:solidFill>
              <a:latin typeface="Montserrat Medium"/>
              <a:ea typeface="Montserrat Medium"/>
              <a:cs typeface="Montserrat Medium"/>
              <a:sym typeface="Montserrat Medium"/>
            </a:endParaRPr>
          </a:p>
        </p:txBody>
      </p:sp>
      <p:sp>
        <p:nvSpPr>
          <p:cNvPr id="150" name="Google Shape;150;g36d7211e311_0_115"/>
          <p:cNvSpPr txBox="1"/>
          <p:nvPr/>
        </p:nvSpPr>
        <p:spPr>
          <a:xfrm>
            <a:off x="12175911" y="3680163"/>
            <a:ext cx="44850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Dilarang</a:t>
            </a:r>
            <a:endParaRPr sz="3200">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makan &amp; minum</a:t>
            </a:r>
            <a:endParaRPr sz="3200">
              <a:solidFill>
                <a:schemeClr val="dk1"/>
              </a:solidFill>
              <a:latin typeface="Montserrat Medium"/>
              <a:ea typeface="Montserrat Medium"/>
              <a:cs typeface="Montserrat Medium"/>
              <a:sym typeface="Montserrat Medium"/>
            </a:endParaRPr>
          </a:p>
        </p:txBody>
      </p:sp>
      <p:sp>
        <p:nvSpPr>
          <p:cNvPr id="151" name="Google Shape;151;g36d7211e311_0_115"/>
          <p:cNvSpPr txBox="1"/>
          <p:nvPr/>
        </p:nvSpPr>
        <p:spPr>
          <a:xfrm>
            <a:off x="1155536" y="3720988"/>
            <a:ext cx="44850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Handphone</a:t>
            </a:r>
            <a:endParaRPr sz="3200">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3200">
                <a:solidFill>
                  <a:schemeClr val="dk1"/>
                </a:solidFill>
                <a:latin typeface="Montserrat Medium"/>
                <a:ea typeface="Montserrat Medium"/>
                <a:cs typeface="Montserrat Medium"/>
                <a:sym typeface="Montserrat Medium"/>
              </a:rPr>
              <a:t>Harap Disimpan</a:t>
            </a:r>
            <a:endParaRPr sz="3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57" name="Google Shape;157;p5"/>
          <p:cNvSpPr/>
          <p:nvPr/>
        </p:nvSpPr>
        <p:spPr>
          <a:xfrm>
            <a:off x="9490313" y="6529169"/>
            <a:ext cx="484255" cy="481228"/>
          </a:xfrm>
          <a:custGeom>
            <a:rect b="b" l="l" r="r" t="t"/>
            <a:pathLst>
              <a:path extrusionOk="0" h="481228" w="484255">
                <a:moveTo>
                  <a:pt x="0" y="0"/>
                </a:moveTo>
                <a:lnTo>
                  <a:pt x="484255" y="0"/>
                </a:lnTo>
                <a:lnTo>
                  <a:pt x="484255" y="481228"/>
                </a:lnTo>
                <a:lnTo>
                  <a:pt x="0" y="481228"/>
                </a:lnTo>
                <a:lnTo>
                  <a:pt x="0" y="0"/>
                </a:lnTo>
                <a:close/>
              </a:path>
            </a:pathLst>
          </a:custGeom>
          <a:blipFill rotWithShape="1">
            <a:blip r:embed="rId4">
              <a:alphaModFix/>
            </a:blip>
            <a:stretch>
              <a:fillRect b="0" l="0" r="0" t="0"/>
            </a:stretch>
          </a:blipFill>
          <a:ln>
            <a:noFill/>
          </a:ln>
        </p:spPr>
      </p:sp>
      <p:grpSp>
        <p:nvGrpSpPr>
          <p:cNvPr id="158" name="Google Shape;158;p5"/>
          <p:cNvGrpSpPr/>
          <p:nvPr/>
        </p:nvGrpSpPr>
        <p:grpSpPr>
          <a:xfrm>
            <a:off x="-2782914" y="7769122"/>
            <a:ext cx="3811614" cy="3811614"/>
            <a:chOff x="0" y="0"/>
            <a:chExt cx="812800" cy="812800"/>
          </a:xfrm>
        </p:grpSpPr>
        <p:sp>
          <p:nvSpPr>
            <p:cNvPr id="159" name="Google Shape;159;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5"/>
          <p:cNvGrpSpPr/>
          <p:nvPr/>
        </p:nvGrpSpPr>
        <p:grpSpPr>
          <a:xfrm>
            <a:off x="8844725" y="713351"/>
            <a:ext cx="7664019" cy="8277703"/>
            <a:chOff x="0" y="-57150"/>
            <a:chExt cx="1675928" cy="2666700"/>
          </a:xfrm>
        </p:grpSpPr>
        <p:sp>
          <p:nvSpPr>
            <p:cNvPr id="162" name="Google Shape;162;p5"/>
            <p:cNvSpPr/>
            <p:nvPr/>
          </p:nvSpPr>
          <p:spPr>
            <a:xfrm>
              <a:off x="0" y="0"/>
              <a:ext cx="1675928" cy="2609472"/>
            </a:xfrm>
            <a:custGeom>
              <a:rect b="b" l="l" r="r" t="t"/>
              <a:pathLst>
                <a:path extrusionOk="0" h="2609472" w="1675928">
                  <a:moveTo>
                    <a:pt x="43800" y="0"/>
                  </a:moveTo>
                  <a:lnTo>
                    <a:pt x="1632129" y="0"/>
                  </a:lnTo>
                  <a:cubicBezTo>
                    <a:pt x="1643745" y="0"/>
                    <a:pt x="1654886" y="4615"/>
                    <a:pt x="1663100" y="12829"/>
                  </a:cubicBezTo>
                  <a:cubicBezTo>
                    <a:pt x="1671314" y="21043"/>
                    <a:pt x="1675928" y="32183"/>
                    <a:pt x="1675928" y="43800"/>
                  </a:cubicBezTo>
                  <a:lnTo>
                    <a:pt x="1675928" y="2565673"/>
                  </a:lnTo>
                  <a:cubicBezTo>
                    <a:pt x="1675928" y="2577289"/>
                    <a:pt x="1671314" y="2588430"/>
                    <a:pt x="1663100" y="2596643"/>
                  </a:cubicBezTo>
                  <a:cubicBezTo>
                    <a:pt x="1654886" y="2604857"/>
                    <a:pt x="1643745" y="2609472"/>
                    <a:pt x="1632129" y="2609472"/>
                  </a:cubicBezTo>
                  <a:lnTo>
                    <a:pt x="43800" y="2609472"/>
                  </a:lnTo>
                  <a:cubicBezTo>
                    <a:pt x="32183" y="2609472"/>
                    <a:pt x="21043" y="2604857"/>
                    <a:pt x="12829" y="2596643"/>
                  </a:cubicBezTo>
                  <a:cubicBezTo>
                    <a:pt x="4615" y="2588430"/>
                    <a:pt x="0" y="2577289"/>
                    <a:pt x="0" y="2565673"/>
                  </a:cubicBezTo>
                  <a:lnTo>
                    <a:pt x="0" y="43800"/>
                  </a:lnTo>
                  <a:cubicBezTo>
                    <a:pt x="0" y="32183"/>
                    <a:pt x="4615" y="21043"/>
                    <a:pt x="12829" y="12829"/>
                  </a:cubicBezTo>
                  <a:cubicBezTo>
                    <a:pt x="21043" y="4615"/>
                    <a:pt x="32183" y="0"/>
                    <a:pt x="43800" y="0"/>
                  </a:cubicBezTo>
                  <a:close/>
                </a:path>
              </a:pathLst>
            </a:custGeom>
            <a:solidFill>
              <a:srgbClr val="FFB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txBox="1"/>
            <p:nvPr/>
          </p:nvSpPr>
          <p:spPr>
            <a:xfrm>
              <a:off x="0" y="-57150"/>
              <a:ext cx="1675800" cy="2666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5"/>
          <p:cNvGrpSpPr/>
          <p:nvPr/>
        </p:nvGrpSpPr>
        <p:grpSpPr>
          <a:xfrm>
            <a:off x="15930295" y="-567788"/>
            <a:ext cx="3811614" cy="3811614"/>
            <a:chOff x="0" y="0"/>
            <a:chExt cx="812800" cy="812800"/>
          </a:xfrm>
        </p:grpSpPr>
        <p:sp>
          <p:nvSpPr>
            <p:cNvPr id="165" name="Google Shape;165;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5"/>
          <p:cNvSpPr/>
          <p:nvPr/>
        </p:nvSpPr>
        <p:spPr>
          <a:xfrm>
            <a:off x="15580201" y="-570022"/>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5">
              <a:alphaModFix/>
            </a:blip>
            <a:stretch>
              <a:fillRect b="0" l="0" r="-25073" t="-23502"/>
            </a:stretch>
          </a:blipFill>
          <a:ln>
            <a:noFill/>
          </a:ln>
        </p:spPr>
      </p:sp>
      <p:sp>
        <p:nvSpPr>
          <p:cNvPr id="168" name="Google Shape;168;p5"/>
          <p:cNvSpPr/>
          <p:nvPr/>
        </p:nvSpPr>
        <p:spPr>
          <a:xfrm>
            <a:off x="426156" y="9128556"/>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6">
              <a:alphaModFix/>
            </a:blip>
            <a:stretch>
              <a:fillRect b="0" l="0" r="0" t="0"/>
            </a:stretch>
          </a:blipFill>
          <a:ln>
            <a:noFill/>
          </a:ln>
        </p:spPr>
      </p:sp>
      <p:sp>
        <p:nvSpPr>
          <p:cNvPr id="169" name="Google Shape;169;p5"/>
          <p:cNvSpPr/>
          <p:nvPr/>
        </p:nvSpPr>
        <p:spPr>
          <a:xfrm>
            <a:off x="5027106" y="8991167"/>
            <a:ext cx="3105109" cy="2953735"/>
          </a:xfrm>
          <a:custGeom>
            <a:rect b="b" l="l" r="r" t="t"/>
            <a:pathLst>
              <a:path extrusionOk="0" h="2953735" w="3105109">
                <a:moveTo>
                  <a:pt x="0" y="0"/>
                </a:moveTo>
                <a:lnTo>
                  <a:pt x="3105110" y="0"/>
                </a:lnTo>
                <a:lnTo>
                  <a:pt x="3105110" y="2953736"/>
                </a:lnTo>
                <a:lnTo>
                  <a:pt x="0" y="2953736"/>
                </a:lnTo>
                <a:lnTo>
                  <a:pt x="0" y="0"/>
                </a:lnTo>
                <a:close/>
              </a:path>
            </a:pathLst>
          </a:custGeom>
          <a:blipFill rotWithShape="1">
            <a:blip r:embed="rId7">
              <a:alphaModFix amt="19999"/>
            </a:blip>
            <a:stretch>
              <a:fillRect b="0" l="0" r="0" t="0"/>
            </a:stretch>
          </a:blipFill>
          <a:ln>
            <a:noFill/>
          </a:ln>
        </p:spPr>
      </p:sp>
      <p:sp>
        <p:nvSpPr>
          <p:cNvPr id="170" name="Google Shape;170;p5"/>
          <p:cNvSpPr/>
          <p:nvPr/>
        </p:nvSpPr>
        <p:spPr>
          <a:xfrm>
            <a:off x="9734096" y="-671641"/>
            <a:ext cx="3197548" cy="2953735"/>
          </a:xfrm>
          <a:custGeom>
            <a:rect b="b" l="l" r="r" t="t"/>
            <a:pathLst>
              <a:path extrusionOk="0" h="2953735" w="3197548">
                <a:moveTo>
                  <a:pt x="0" y="0"/>
                </a:moveTo>
                <a:lnTo>
                  <a:pt x="3197548" y="0"/>
                </a:lnTo>
                <a:lnTo>
                  <a:pt x="3197548" y="2953736"/>
                </a:lnTo>
                <a:lnTo>
                  <a:pt x="0" y="2953736"/>
                </a:lnTo>
                <a:lnTo>
                  <a:pt x="0" y="0"/>
                </a:lnTo>
                <a:close/>
              </a:path>
            </a:pathLst>
          </a:custGeom>
          <a:blipFill rotWithShape="1">
            <a:blip r:embed="rId8">
              <a:alphaModFix amt="19999"/>
            </a:blip>
            <a:stretch>
              <a:fillRect b="0" l="0" r="0" t="0"/>
            </a:stretch>
          </a:blipFill>
          <a:ln>
            <a:noFill/>
          </a:ln>
        </p:spPr>
      </p:sp>
      <p:grpSp>
        <p:nvGrpSpPr>
          <p:cNvPr id="171" name="Google Shape;171;p5"/>
          <p:cNvGrpSpPr/>
          <p:nvPr/>
        </p:nvGrpSpPr>
        <p:grpSpPr>
          <a:xfrm>
            <a:off x="0" y="-180826"/>
            <a:ext cx="7085539" cy="767277"/>
            <a:chOff x="0" y="-47625"/>
            <a:chExt cx="1866150" cy="202081"/>
          </a:xfrm>
        </p:grpSpPr>
        <p:sp>
          <p:nvSpPr>
            <p:cNvPr id="172" name="Google Shape;172;p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73" name="Google Shape;173;p5"/>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5"/>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75" name="Google Shape;175;p5"/>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76" name="Google Shape;176;p5"/>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10">
              <a:alphaModFix/>
            </a:blip>
            <a:stretch>
              <a:fillRect b="0" l="0" r="0" t="0"/>
            </a:stretch>
          </a:blipFill>
          <a:ln>
            <a:noFill/>
          </a:ln>
        </p:spPr>
      </p:sp>
      <p:sp>
        <p:nvSpPr>
          <p:cNvPr id="177" name="Google Shape;177;p5"/>
          <p:cNvSpPr txBox="1"/>
          <p:nvPr/>
        </p:nvSpPr>
        <p:spPr>
          <a:xfrm>
            <a:off x="9395187" y="2665350"/>
            <a:ext cx="6911100" cy="5064000"/>
          </a:xfrm>
          <a:prstGeom prst="rect">
            <a:avLst/>
          </a:prstGeom>
          <a:noFill/>
          <a:ln>
            <a:noFill/>
          </a:ln>
        </p:spPr>
        <p:txBody>
          <a:bodyPr anchorCtr="0" anchor="t" bIns="0" lIns="0" spcFirstLastPara="1" rIns="0" wrap="square" tIns="0">
            <a:spAutoFit/>
          </a:bodyPr>
          <a:lstStyle/>
          <a:p>
            <a:pPr indent="-431800" lvl="0" marL="285750" rtl="0" algn="l">
              <a:spcBef>
                <a:spcPts val="0"/>
              </a:spcBef>
              <a:spcAft>
                <a:spcPts val="0"/>
              </a:spcAft>
              <a:buClr>
                <a:schemeClr val="dk1"/>
              </a:buClr>
              <a:buSzPts val="4700"/>
              <a:buFont typeface="Noto Sans Symbols"/>
              <a:buChar char="❑"/>
            </a:pPr>
            <a:r>
              <a:rPr lang="en-US" sz="4700">
                <a:solidFill>
                  <a:schemeClr val="dk1"/>
                </a:solidFill>
                <a:latin typeface="League Spartan"/>
                <a:ea typeface="League Spartan"/>
                <a:cs typeface="League Spartan"/>
                <a:sym typeface="League Spartan"/>
              </a:rPr>
              <a:t>Posisi badan </a:t>
            </a:r>
            <a:r>
              <a:rPr b="1" lang="en-US" sz="4700">
                <a:solidFill>
                  <a:schemeClr val="dk1"/>
                </a:solidFill>
                <a:latin typeface="League Spartan"/>
                <a:ea typeface="League Spartan"/>
                <a:cs typeface="League Spartan"/>
                <a:sym typeface="League Spartan"/>
              </a:rPr>
              <a:t>rileks</a:t>
            </a:r>
            <a:r>
              <a:rPr lang="en-US" sz="4700">
                <a:solidFill>
                  <a:schemeClr val="dk1"/>
                </a:solidFill>
                <a:latin typeface="League Spartan"/>
                <a:ea typeface="League Spartan"/>
                <a:cs typeface="League Spartan"/>
                <a:sym typeface="League Spartan"/>
              </a:rPr>
              <a:t>.</a:t>
            </a:r>
            <a:endParaRPr sz="3700">
              <a:solidFill>
                <a:schemeClr val="dk1"/>
              </a:solidFill>
              <a:latin typeface="League Spartan"/>
              <a:ea typeface="League Spartan"/>
              <a:cs typeface="League Spartan"/>
              <a:sym typeface="League Spartan"/>
            </a:endParaRPr>
          </a:p>
          <a:p>
            <a:pPr indent="-431800" lvl="0" marL="285750" rtl="0" algn="l">
              <a:spcBef>
                <a:spcPts val="0"/>
              </a:spcBef>
              <a:spcAft>
                <a:spcPts val="0"/>
              </a:spcAft>
              <a:buClr>
                <a:schemeClr val="dk1"/>
              </a:buClr>
              <a:buSzPts val="4700"/>
              <a:buFont typeface="Noto Sans Symbols"/>
              <a:buChar char="❑"/>
            </a:pPr>
            <a:r>
              <a:rPr lang="en-US" sz="4700">
                <a:solidFill>
                  <a:schemeClr val="dk1"/>
                </a:solidFill>
                <a:latin typeface="League Spartan"/>
                <a:ea typeface="League Spartan"/>
                <a:cs typeface="League Spartan"/>
                <a:sym typeface="League Spartan"/>
              </a:rPr>
              <a:t>Jarak pandangan </a:t>
            </a:r>
            <a:r>
              <a:rPr b="1" lang="en-US" sz="4700">
                <a:solidFill>
                  <a:schemeClr val="dk1"/>
                </a:solidFill>
                <a:latin typeface="League Spartan"/>
                <a:ea typeface="League Spartan"/>
                <a:cs typeface="League Spartan"/>
                <a:sym typeface="League Spartan"/>
              </a:rPr>
              <a:t>mata</a:t>
            </a:r>
            <a:r>
              <a:rPr lang="en-US" sz="4700">
                <a:solidFill>
                  <a:schemeClr val="dk1"/>
                </a:solidFill>
                <a:latin typeface="League Spartan"/>
                <a:ea typeface="League Spartan"/>
                <a:cs typeface="League Spartan"/>
                <a:sym typeface="League Spartan"/>
              </a:rPr>
              <a:t> sekitar </a:t>
            </a:r>
            <a:r>
              <a:rPr b="1" lang="en-US" sz="4700">
                <a:solidFill>
                  <a:schemeClr val="dk1"/>
                </a:solidFill>
                <a:latin typeface="League Spartan"/>
                <a:ea typeface="League Spartan"/>
                <a:cs typeface="League Spartan"/>
                <a:sym typeface="League Spartan"/>
              </a:rPr>
              <a:t>45 cm</a:t>
            </a:r>
            <a:r>
              <a:rPr lang="en-US" sz="4700">
                <a:solidFill>
                  <a:schemeClr val="dk1"/>
                </a:solidFill>
                <a:latin typeface="League Spartan"/>
                <a:ea typeface="League Spartan"/>
                <a:cs typeface="League Spartan"/>
                <a:sym typeface="League Spartan"/>
              </a:rPr>
              <a:t>.</a:t>
            </a:r>
            <a:endParaRPr sz="3700">
              <a:solidFill>
                <a:schemeClr val="dk1"/>
              </a:solidFill>
              <a:latin typeface="League Spartan"/>
              <a:ea typeface="League Spartan"/>
              <a:cs typeface="League Spartan"/>
              <a:sym typeface="League Spartan"/>
            </a:endParaRPr>
          </a:p>
          <a:p>
            <a:pPr indent="-431800" lvl="0" marL="285750" rtl="0" algn="l">
              <a:spcBef>
                <a:spcPts val="0"/>
              </a:spcBef>
              <a:spcAft>
                <a:spcPts val="0"/>
              </a:spcAft>
              <a:buClr>
                <a:schemeClr val="dk1"/>
              </a:buClr>
              <a:buSzPts val="4700"/>
              <a:buFont typeface="Noto Sans Symbols"/>
              <a:buChar char="❑"/>
            </a:pPr>
            <a:r>
              <a:rPr b="1" lang="en-US" sz="4700">
                <a:solidFill>
                  <a:schemeClr val="dk1"/>
                </a:solidFill>
                <a:latin typeface="League Spartan"/>
                <a:ea typeface="League Spartan"/>
                <a:cs typeface="League Spartan"/>
                <a:sym typeface="League Spartan"/>
              </a:rPr>
              <a:t>Duduk tegak </a:t>
            </a:r>
            <a:r>
              <a:rPr lang="en-US" sz="4700">
                <a:solidFill>
                  <a:schemeClr val="dk1"/>
                </a:solidFill>
                <a:latin typeface="League Spartan"/>
                <a:ea typeface="League Spartan"/>
                <a:cs typeface="League Spartan"/>
                <a:sym typeface="League Spartan"/>
              </a:rPr>
              <a:t>dengan sudut 90-100 derajat.</a:t>
            </a:r>
            <a:endParaRPr sz="3700">
              <a:solidFill>
                <a:schemeClr val="dk1"/>
              </a:solidFill>
              <a:latin typeface="League Spartan"/>
              <a:ea typeface="League Spartan"/>
              <a:cs typeface="League Spartan"/>
              <a:sym typeface="League Spartan"/>
            </a:endParaRPr>
          </a:p>
          <a:p>
            <a:pPr indent="-431800" lvl="0" marL="285750" rtl="0" algn="l">
              <a:spcBef>
                <a:spcPts val="0"/>
              </a:spcBef>
              <a:spcAft>
                <a:spcPts val="0"/>
              </a:spcAft>
              <a:buClr>
                <a:schemeClr val="dk1"/>
              </a:buClr>
              <a:buSzPts val="4700"/>
              <a:buFont typeface="Noto Sans Symbols"/>
              <a:buChar char="❑"/>
            </a:pPr>
            <a:r>
              <a:rPr b="1" lang="en-US" sz="4700">
                <a:solidFill>
                  <a:schemeClr val="dk1"/>
                </a:solidFill>
                <a:latin typeface="League Spartan"/>
                <a:ea typeface="League Spartan"/>
                <a:cs typeface="League Spartan"/>
                <a:sym typeface="League Spartan"/>
              </a:rPr>
              <a:t>Jangan berdiam </a:t>
            </a:r>
            <a:r>
              <a:rPr lang="en-US" sz="4700">
                <a:solidFill>
                  <a:schemeClr val="dk1"/>
                </a:solidFill>
                <a:latin typeface="League Spartan"/>
                <a:ea typeface="League Spartan"/>
                <a:cs typeface="League Spartan"/>
                <a:sym typeface="League Spartan"/>
              </a:rPr>
              <a:t>selama berjam-jam</a:t>
            </a:r>
            <a:endParaRPr sz="5300">
              <a:solidFill>
                <a:schemeClr val="dk1"/>
              </a:solidFill>
              <a:latin typeface="League Spartan"/>
              <a:ea typeface="League Spartan"/>
              <a:cs typeface="League Spartan"/>
              <a:sym typeface="League Spartan"/>
            </a:endParaRPr>
          </a:p>
        </p:txBody>
      </p:sp>
      <p:sp>
        <p:nvSpPr>
          <p:cNvPr id="178" name="Google Shape;178;p5"/>
          <p:cNvSpPr txBox="1"/>
          <p:nvPr/>
        </p:nvSpPr>
        <p:spPr>
          <a:xfrm>
            <a:off x="9252328" y="1028693"/>
            <a:ext cx="8037000" cy="8610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0" i="0" lang="en-US" sz="5594" u="none" cap="none" strike="noStrike">
                <a:solidFill>
                  <a:srgbClr val="040912"/>
                </a:solidFill>
                <a:latin typeface="League Spartan"/>
                <a:ea typeface="League Spartan"/>
                <a:cs typeface="League Spartan"/>
                <a:sym typeface="League Spartan"/>
              </a:rPr>
              <a:t>SAFETY INDUCTION</a:t>
            </a:r>
            <a:endParaRPr/>
          </a:p>
        </p:txBody>
      </p:sp>
      <p:sp>
        <p:nvSpPr>
          <p:cNvPr id="179" name="Google Shape;179;p5"/>
          <p:cNvSpPr/>
          <p:nvPr/>
        </p:nvSpPr>
        <p:spPr>
          <a:xfrm>
            <a:off x="809050" y="914575"/>
            <a:ext cx="7664100" cy="8076600"/>
          </a:xfrm>
          <a:prstGeom prst="roundRect">
            <a:avLst>
              <a:gd fmla="val 3121"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80" name="Google Shape;180;p5"/>
          <p:cNvPicPr preferRelativeResize="0"/>
          <p:nvPr/>
        </p:nvPicPr>
        <p:blipFill>
          <a:blip r:embed="rId11">
            <a:alphaModFix/>
          </a:blip>
          <a:stretch>
            <a:fillRect/>
          </a:stretch>
        </p:blipFill>
        <p:spPr>
          <a:xfrm>
            <a:off x="1072475" y="1410077"/>
            <a:ext cx="7085575" cy="7085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86" name="Google Shape;186;p2"/>
          <p:cNvSpPr/>
          <p:nvPr/>
        </p:nvSpPr>
        <p:spPr>
          <a:xfrm>
            <a:off x="16966772" y="-856468"/>
            <a:ext cx="1861505" cy="1885168"/>
          </a:xfrm>
          <a:custGeom>
            <a:rect b="b" l="l" r="r" t="t"/>
            <a:pathLst>
              <a:path extrusionOk="0" h="1885168" w="1861505">
                <a:moveTo>
                  <a:pt x="0" y="0"/>
                </a:moveTo>
                <a:lnTo>
                  <a:pt x="1861505" y="0"/>
                </a:lnTo>
                <a:lnTo>
                  <a:pt x="1861505" y="1885168"/>
                </a:lnTo>
                <a:lnTo>
                  <a:pt x="0" y="1885168"/>
                </a:lnTo>
                <a:lnTo>
                  <a:pt x="0" y="0"/>
                </a:lnTo>
                <a:close/>
              </a:path>
            </a:pathLst>
          </a:custGeom>
          <a:blipFill rotWithShape="1">
            <a:blip r:embed="rId4">
              <a:alphaModFix/>
            </a:blip>
            <a:stretch>
              <a:fillRect b="0" l="0" r="-25073" t="-23502"/>
            </a:stretch>
          </a:blipFill>
          <a:ln>
            <a:noFill/>
          </a:ln>
        </p:spPr>
      </p:sp>
      <p:grpSp>
        <p:nvGrpSpPr>
          <p:cNvPr id="187" name="Google Shape;187;p2"/>
          <p:cNvGrpSpPr/>
          <p:nvPr/>
        </p:nvGrpSpPr>
        <p:grpSpPr>
          <a:xfrm>
            <a:off x="16613418" y="968719"/>
            <a:ext cx="3811614" cy="3811614"/>
            <a:chOff x="0" y="0"/>
            <a:chExt cx="812800" cy="812800"/>
          </a:xfrm>
        </p:grpSpPr>
        <p:sp>
          <p:nvSpPr>
            <p:cNvPr id="188" name="Google Shape;18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0" name="Google Shape;190;p2"/>
          <p:cNvSpPr/>
          <p:nvPr/>
        </p:nvSpPr>
        <p:spPr>
          <a:xfrm>
            <a:off x="14669936" y="7420793"/>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5">
              <a:alphaModFix/>
            </a:blip>
            <a:stretch>
              <a:fillRect b="0" l="0" r="0" t="0"/>
            </a:stretch>
          </a:blipFill>
          <a:ln>
            <a:noFill/>
          </a:ln>
        </p:spPr>
      </p:sp>
      <p:grpSp>
        <p:nvGrpSpPr>
          <p:cNvPr id="191" name="Google Shape;191;p2"/>
          <p:cNvGrpSpPr/>
          <p:nvPr/>
        </p:nvGrpSpPr>
        <p:grpSpPr>
          <a:xfrm>
            <a:off x="-2485084" y="6954191"/>
            <a:ext cx="4232152" cy="4232152"/>
            <a:chOff x="0" y="0"/>
            <a:chExt cx="812800" cy="812800"/>
          </a:xfrm>
        </p:grpSpPr>
        <p:sp>
          <p:nvSpPr>
            <p:cNvPr id="192" name="Google Shape;19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2"/>
          <p:cNvSpPr/>
          <p:nvPr/>
        </p:nvSpPr>
        <p:spPr>
          <a:xfrm>
            <a:off x="16304807" y="2140224"/>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6">
              <a:alphaModFix/>
            </a:blip>
            <a:stretch>
              <a:fillRect b="0" l="0" r="0" t="0"/>
            </a:stretch>
          </a:blipFill>
          <a:ln>
            <a:noFill/>
          </a:ln>
        </p:spPr>
      </p:sp>
      <p:sp>
        <p:nvSpPr>
          <p:cNvPr id="195" name="Google Shape;195;p2"/>
          <p:cNvSpPr/>
          <p:nvPr/>
        </p:nvSpPr>
        <p:spPr>
          <a:xfrm>
            <a:off x="1152454" y="7846903"/>
            <a:ext cx="1546538" cy="1566198"/>
          </a:xfrm>
          <a:custGeom>
            <a:rect b="b" l="l" r="r" t="t"/>
            <a:pathLst>
              <a:path extrusionOk="0" h="1566198" w="1546538">
                <a:moveTo>
                  <a:pt x="0" y="0"/>
                </a:moveTo>
                <a:lnTo>
                  <a:pt x="1546538" y="0"/>
                </a:lnTo>
                <a:lnTo>
                  <a:pt x="1546538" y="1566198"/>
                </a:lnTo>
                <a:lnTo>
                  <a:pt x="0" y="1566198"/>
                </a:lnTo>
                <a:lnTo>
                  <a:pt x="0" y="0"/>
                </a:lnTo>
                <a:close/>
              </a:path>
            </a:pathLst>
          </a:custGeom>
          <a:blipFill rotWithShape="1">
            <a:blip r:embed="rId4">
              <a:alphaModFix/>
            </a:blip>
            <a:stretch>
              <a:fillRect b="0" l="0" r="-25073" t="-23502"/>
            </a:stretch>
          </a:blipFill>
          <a:ln>
            <a:noFill/>
          </a:ln>
        </p:spPr>
      </p:sp>
      <p:sp>
        <p:nvSpPr>
          <p:cNvPr id="196" name="Google Shape;196;p2"/>
          <p:cNvSpPr/>
          <p:nvPr/>
        </p:nvSpPr>
        <p:spPr>
          <a:xfrm rot="5400000">
            <a:off x="5498352" y="8456883"/>
            <a:ext cx="1940326" cy="3073783"/>
          </a:xfrm>
          <a:custGeom>
            <a:rect b="b" l="l" r="r" t="t"/>
            <a:pathLst>
              <a:path extrusionOk="0" h="3073783" w="1940326">
                <a:moveTo>
                  <a:pt x="0" y="0"/>
                </a:moveTo>
                <a:lnTo>
                  <a:pt x="1940325" y="0"/>
                </a:lnTo>
                <a:lnTo>
                  <a:pt x="1940325" y="3073783"/>
                </a:lnTo>
                <a:lnTo>
                  <a:pt x="0" y="3073783"/>
                </a:lnTo>
                <a:lnTo>
                  <a:pt x="0" y="0"/>
                </a:lnTo>
                <a:close/>
              </a:path>
            </a:pathLst>
          </a:custGeom>
          <a:blipFill rotWithShape="1">
            <a:blip r:embed="rId7">
              <a:alphaModFix amt="19999"/>
            </a:blip>
            <a:stretch>
              <a:fillRect b="0" l="0" r="0" t="0"/>
            </a:stretch>
          </a:blipFill>
          <a:ln>
            <a:noFill/>
          </a:ln>
        </p:spPr>
      </p:sp>
      <p:sp>
        <p:nvSpPr>
          <p:cNvPr id="197" name="Google Shape;197;p2"/>
          <p:cNvSpPr/>
          <p:nvPr/>
        </p:nvSpPr>
        <p:spPr>
          <a:xfrm>
            <a:off x="8352277" y="-1672487"/>
            <a:ext cx="4455406" cy="3575463"/>
          </a:xfrm>
          <a:custGeom>
            <a:rect b="b" l="l" r="r" t="t"/>
            <a:pathLst>
              <a:path extrusionOk="0" h="3575463" w="4455406">
                <a:moveTo>
                  <a:pt x="0" y="0"/>
                </a:moveTo>
                <a:lnTo>
                  <a:pt x="4455406" y="0"/>
                </a:lnTo>
                <a:lnTo>
                  <a:pt x="4455406" y="3575463"/>
                </a:lnTo>
                <a:lnTo>
                  <a:pt x="0" y="3575463"/>
                </a:lnTo>
                <a:lnTo>
                  <a:pt x="0" y="0"/>
                </a:lnTo>
                <a:close/>
              </a:path>
            </a:pathLst>
          </a:custGeom>
          <a:blipFill rotWithShape="1">
            <a:blip r:embed="rId8">
              <a:alphaModFix amt="19999"/>
            </a:blip>
            <a:stretch>
              <a:fillRect b="0" l="0" r="0" t="0"/>
            </a:stretch>
          </a:blipFill>
          <a:ln>
            <a:noFill/>
          </a:ln>
        </p:spPr>
      </p:sp>
      <p:grpSp>
        <p:nvGrpSpPr>
          <p:cNvPr id="198" name="Google Shape;198;p2"/>
          <p:cNvGrpSpPr/>
          <p:nvPr/>
        </p:nvGrpSpPr>
        <p:grpSpPr>
          <a:xfrm>
            <a:off x="0" y="-180826"/>
            <a:ext cx="7085539" cy="767277"/>
            <a:chOff x="0" y="-47625"/>
            <a:chExt cx="1866150" cy="202081"/>
          </a:xfrm>
        </p:grpSpPr>
        <p:sp>
          <p:nvSpPr>
            <p:cNvPr id="199" name="Google Shape;199;p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00" name="Google Shape;200;p2"/>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2"/>
          <p:cNvGrpSpPr/>
          <p:nvPr/>
        </p:nvGrpSpPr>
        <p:grpSpPr>
          <a:xfrm>
            <a:off x="11202461" y="9519723"/>
            <a:ext cx="7085539" cy="767277"/>
            <a:chOff x="0" y="-47625"/>
            <a:chExt cx="1866150" cy="202081"/>
          </a:xfrm>
        </p:grpSpPr>
        <p:sp>
          <p:nvSpPr>
            <p:cNvPr id="202" name="Google Shape;202;p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03" name="Google Shape;203;p2"/>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2"/>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205" name="Google Shape;205;p2"/>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206" name="Google Shape;206;p2"/>
          <p:cNvSpPr txBox="1"/>
          <p:nvPr/>
        </p:nvSpPr>
        <p:spPr>
          <a:xfrm>
            <a:off x="699526" y="671763"/>
            <a:ext cx="4232100" cy="1077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7000" u="none" cap="none" strike="noStrike">
                <a:solidFill>
                  <a:srgbClr val="040912"/>
                </a:solidFill>
                <a:latin typeface="League Spartan"/>
                <a:ea typeface="League Spartan"/>
                <a:cs typeface="League Spartan"/>
                <a:sym typeface="League Spartan"/>
              </a:rPr>
              <a:t>APERSEPSI</a:t>
            </a:r>
            <a:endParaRPr sz="7000">
              <a:latin typeface="League Spartan"/>
              <a:ea typeface="League Spartan"/>
              <a:cs typeface="League Spartan"/>
              <a:sym typeface="League Spartan"/>
            </a:endParaRPr>
          </a:p>
        </p:txBody>
      </p:sp>
      <p:sp>
        <p:nvSpPr>
          <p:cNvPr id="207" name="Google Shape;207;p2"/>
          <p:cNvSpPr/>
          <p:nvPr/>
        </p:nvSpPr>
        <p:spPr>
          <a:xfrm>
            <a:off x="881875" y="1902975"/>
            <a:ext cx="7470300" cy="7510200"/>
          </a:xfrm>
          <a:prstGeom prst="roundRect">
            <a:avLst>
              <a:gd fmla="val 251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8" name="Google Shape;208;p2"/>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10">
              <a:alphaModFix/>
            </a:blip>
            <a:stretch>
              <a:fillRect b="0" l="0" r="0" t="0"/>
            </a:stretch>
          </a:blipFill>
          <a:ln>
            <a:noFill/>
          </a:ln>
        </p:spPr>
      </p:sp>
      <p:pic>
        <p:nvPicPr>
          <p:cNvPr id="209" name="Google Shape;209;p2"/>
          <p:cNvPicPr preferRelativeResize="0"/>
          <p:nvPr/>
        </p:nvPicPr>
        <p:blipFill>
          <a:blip r:embed="rId11">
            <a:alphaModFix/>
          </a:blip>
          <a:stretch>
            <a:fillRect/>
          </a:stretch>
        </p:blipFill>
        <p:spPr>
          <a:xfrm>
            <a:off x="1065275" y="2140214"/>
            <a:ext cx="7013448" cy="6922007"/>
          </a:xfrm>
          <a:prstGeom prst="rect">
            <a:avLst/>
          </a:prstGeom>
          <a:noFill/>
          <a:ln>
            <a:noFill/>
          </a:ln>
        </p:spPr>
      </p:pic>
      <p:sp>
        <p:nvSpPr>
          <p:cNvPr id="210" name="Google Shape;210;p2"/>
          <p:cNvSpPr/>
          <p:nvPr/>
        </p:nvSpPr>
        <p:spPr>
          <a:xfrm>
            <a:off x="9829800" y="1846125"/>
            <a:ext cx="7470300" cy="7510200"/>
          </a:xfrm>
          <a:prstGeom prst="roundRect">
            <a:avLst>
              <a:gd fmla="val 251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11" name="Google Shape;211;p2"/>
          <p:cNvPicPr preferRelativeResize="0"/>
          <p:nvPr/>
        </p:nvPicPr>
        <p:blipFill>
          <a:blip r:embed="rId12">
            <a:alphaModFix/>
          </a:blip>
          <a:stretch>
            <a:fillRect/>
          </a:stretch>
        </p:blipFill>
        <p:spPr>
          <a:xfrm>
            <a:off x="10059750" y="2138888"/>
            <a:ext cx="7010400" cy="6924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217" name="Google Shape;217;p1"/>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4">
              <a:alphaModFix/>
            </a:blip>
            <a:stretch>
              <a:fillRect b="0" l="0" r="0" t="0"/>
            </a:stretch>
          </a:blipFill>
          <a:ln>
            <a:noFill/>
          </a:ln>
        </p:spPr>
      </p:sp>
      <p:sp>
        <p:nvSpPr>
          <p:cNvPr id="218" name="Google Shape;218;p1"/>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4">
              <a:alphaModFix/>
            </a:blip>
            <a:stretch>
              <a:fillRect b="0" l="0" r="0" t="0"/>
            </a:stretch>
          </a:blipFill>
          <a:ln>
            <a:noFill/>
          </a:ln>
        </p:spPr>
      </p:sp>
      <p:cxnSp>
        <p:nvCxnSpPr>
          <p:cNvPr id="219" name="Google Shape;219;p1"/>
          <p:cNvCxnSpPr/>
          <p:nvPr/>
        </p:nvCxnSpPr>
        <p:spPr>
          <a:xfrm>
            <a:off x="5907886" y="2715867"/>
            <a:ext cx="0" cy="5274854"/>
          </a:xfrm>
          <a:prstGeom prst="straightConnector1">
            <a:avLst/>
          </a:prstGeom>
          <a:noFill/>
          <a:ln cap="flat" cmpd="sng" w="38100">
            <a:solidFill>
              <a:srgbClr val="040912"/>
            </a:solidFill>
            <a:prstDash val="solid"/>
            <a:round/>
            <a:headEnd len="sm" w="sm" type="none"/>
            <a:tailEnd len="sm" w="sm" type="none"/>
          </a:ln>
        </p:spPr>
      </p:cxnSp>
      <p:sp>
        <p:nvSpPr>
          <p:cNvPr id="220" name="Google Shape;220;p1"/>
          <p:cNvSpPr/>
          <p:nvPr/>
        </p:nvSpPr>
        <p:spPr>
          <a:xfrm>
            <a:off x="4009339" y="8812402"/>
            <a:ext cx="1056718" cy="446463"/>
          </a:xfrm>
          <a:custGeom>
            <a:rect b="b" l="l" r="r" t="t"/>
            <a:pathLst>
              <a:path extrusionOk="0" h="446463" w="1056718">
                <a:moveTo>
                  <a:pt x="0" y="0"/>
                </a:moveTo>
                <a:lnTo>
                  <a:pt x="1056718" y="0"/>
                </a:lnTo>
                <a:lnTo>
                  <a:pt x="1056718" y="446464"/>
                </a:lnTo>
                <a:lnTo>
                  <a:pt x="0" y="446464"/>
                </a:lnTo>
                <a:lnTo>
                  <a:pt x="0" y="0"/>
                </a:lnTo>
                <a:close/>
              </a:path>
            </a:pathLst>
          </a:custGeom>
          <a:blipFill rotWithShape="1">
            <a:blip r:embed="rId5">
              <a:alphaModFix/>
            </a:blip>
            <a:stretch>
              <a:fillRect b="0" l="0" r="0" t="0"/>
            </a:stretch>
          </a:blipFill>
          <a:ln>
            <a:noFill/>
          </a:ln>
        </p:spPr>
      </p:sp>
      <p:grpSp>
        <p:nvGrpSpPr>
          <p:cNvPr id="221" name="Google Shape;221;p1"/>
          <p:cNvGrpSpPr/>
          <p:nvPr/>
        </p:nvGrpSpPr>
        <p:grpSpPr>
          <a:xfrm>
            <a:off x="-952500" y="8383057"/>
            <a:ext cx="3811614" cy="3811614"/>
            <a:chOff x="0" y="0"/>
            <a:chExt cx="812800" cy="812800"/>
          </a:xfrm>
        </p:grpSpPr>
        <p:sp>
          <p:nvSpPr>
            <p:cNvPr id="222" name="Google Shape;222;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1"/>
          <p:cNvGrpSpPr/>
          <p:nvPr/>
        </p:nvGrpSpPr>
        <p:grpSpPr>
          <a:xfrm>
            <a:off x="16494678" y="-251854"/>
            <a:ext cx="2561108" cy="2561108"/>
            <a:chOff x="0" y="0"/>
            <a:chExt cx="812800" cy="812800"/>
          </a:xfrm>
        </p:grpSpPr>
        <p:sp>
          <p:nvSpPr>
            <p:cNvPr id="225" name="Google Shape;22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1"/>
          <p:cNvSpPr/>
          <p:nvPr/>
        </p:nvSpPr>
        <p:spPr>
          <a:xfrm>
            <a:off x="-603018" y="7477264"/>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6">
              <a:alphaModFix/>
            </a:blip>
            <a:stretch>
              <a:fillRect b="0" l="0" r="-25073" t="-23502"/>
            </a:stretch>
          </a:blipFill>
          <a:ln>
            <a:noFill/>
          </a:ln>
        </p:spPr>
      </p:sp>
      <p:sp>
        <p:nvSpPr>
          <p:cNvPr id="228" name="Google Shape;228;p1"/>
          <p:cNvSpPr/>
          <p:nvPr/>
        </p:nvSpPr>
        <p:spPr>
          <a:xfrm>
            <a:off x="16896910" y="1730185"/>
            <a:ext cx="1143599" cy="1158137"/>
          </a:xfrm>
          <a:custGeom>
            <a:rect b="b" l="l" r="r" t="t"/>
            <a:pathLst>
              <a:path extrusionOk="0" h="1158137" w="1143599">
                <a:moveTo>
                  <a:pt x="0" y="0"/>
                </a:moveTo>
                <a:lnTo>
                  <a:pt x="1143599" y="0"/>
                </a:lnTo>
                <a:lnTo>
                  <a:pt x="1143599" y="1158137"/>
                </a:lnTo>
                <a:lnTo>
                  <a:pt x="0" y="1158137"/>
                </a:lnTo>
                <a:lnTo>
                  <a:pt x="0" y="0"/>
                </a:lnTo>
                <a:close/>
              </a:path>
            </a:pathLst>
          </a:custGeom>
          <a:blipFill rotWithShape="1">
            <a:blip r:embed="rId6">
              <a:alphaModFix/>
            </a:blip>
            <a:stretch>
              <a:fillRect b="0" l="0" r="-25073" t="-23502"/>
            </a:stretch>
          </a:blipFill>
          <a:ln>
            <a:noFill/>
          </a:ln>
        </p:spPr>
      </p:sp>
      <p:sp>
        <p:nvSpPr>
          <p:cNvPr id="229" name="Google Shape;229;p1"/>
          <p:cNvSpPr/>
          <p:nvPr/>
        </p:nvSpPr>
        <p:spPr>
          <a:xfrm>
            <a:off x="8870046" y="-734592"/>
            <a:ext cx="3557976" cy="2606217"/>
          </a:xfrm>
          <a:custGeom>
            <a:rect b="b" l="l" r="r" t="t"/>
            <a:pathLst>
              <a:path extrusionOk="0" h="2606217" w="3557976">
                <a:moveTo>
                  <a:pt x="0" y="0"/>
                </a:moveTo>
                <a:lnTo>
                  <a:pt x="3557976" y="0"/>
                </a:lnTo>
                <a:lnTo>
                  <a:pt x="3557976" y="2606217"/>
                </a:lnTo>
                <a:lnTo>
                  <a:pt x="0" y="2606217"/>
                </a:lnTo>
                <a:lnTo>
                  <a:pt x="0" y="0"/>
                </a:lnTo>
                <a:close/>
              </a:path>
            </a:pathLst>
          </a:custGeom>
          <a:blipFill rotWithShape="1">
            <a:blip r:embed="rId7">
              <a:alphaModFix amt="19999"/>
            </a:blip>
            <a:stretch>
              <a:fillRect b="0" l="0" r="0" t="0"/>
            </a:stretch>
          </a:blipFill>
          <a:ln>
            <a:noFill/>
          </a:ln>
        </p:spPr>
      </p:sp>
      <p:sp>
        <p:nvSpPr>
          <p:cNvPr id="230" name="Google Shape;230;p1"/>
          <p:cNvSpPr/>
          <p:nvPr/>
        </p:nvSpPr>
        <p:spPr>
          <a:xfrm rot="-10282169">
            <a:off x="6397013" y="8518504"/>
            <a:ext cx="3424988" cy="2667209"/>
          </a:xfrm>
          <a:custGeom>
            <a:rect b="b" l="l" r="r" t="t"/>
            <a:pathLst>
              <a:path extrusionOk="0" h="2667209" w="3424988">
                <a:moveTo>
                  <a:pt x="0" y="0"/>
                </a:moveTo>
                <a:lnTo>
                  <a:pt x="3424987" y="0"/>
                </a:lnTo>
                <a:lnTo>
                  <a:pt x="3424987" y="2667209"/>
                </a:lnTo>
                <a:lnTo>
                  <a:pt x="0" y="2667209"/>
                </a:lnTo>
                <a:lnTo>
                  <a:pt x="0" y="0"/>
                </a:lnTo>
                <a:close/>
              </a:path>
            </a:pathLst>
          </a:custGeom>
          <a:blipFill rotWithShape="1">
            <a:blip r:embed="rId8">
              <a:alphaModFix amt="19999"/>
            </a:blip>
            <a:stretch>
              <a:fillRect b="0" l="0" r="0" t="0"/>
            </a:stretch>
          </a:blipFill>
          <a:ln>
            <a:noFill/>
          </a:ln>
        </p:spPr>
      </p:sp>
      <p:grpSp>
        <p:nvGrpSpPr>
          <p:cNvPr id="231" name="Google Shape;231;p1"/>
          <p:cNvGrpSpPr/>
          <p:nvPr/>
        </p:nvGrpSpPr>
        <p:grpSpPr>
          <a:xfrm>
            <a:off x="0" y="-180826"/>
            <a:ext cx="7085539" cy="767277"/>
            <a:chOff x="0" y="-47625"/>
            <a:chExt cx="1866150" cy="202081"/>
          </a:xfrm>
        </p:grpSpPr>
        <p:sp>
          <p:nvSpPr>
            <p:cNvPr id="232" name="Google Shape;232;p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33" name="Google Shape;233;p1"/>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1"/>
          <p:cNvGrpSpPr/>
          <p:nvPr/>
        </p:nvGrpSpPr>
        <p:grpSpPr>
          <a:xfrm>
            <a:off x="11202461" y="9519723"/>
            <a:ext cx="7085539" cy="767277"/>
            <a:chOff x="0" y="-47625"/>
            <a:chExt cx="1866150" cy="202081"/>
          </a:xfrm>
        </p:grpSpPr>
        <p:sp>
          <p:nvSpPr>
            <p:cNvPr id="235" name="Google Shape;235;p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36" name="Google Shape;236;p1"/>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
          <p:cNvSpPr/>
          <p:nvPr/>
        </p:nvSpPr>
        <p:spPr>
          <a:xfrm>
            <a:off x="1488744" y="1149929"/>
            <a:ext cx="3151572" cy="1084632"/>
          </a:xfrm>
          <a:custGeom>
            <a:rect b="b" l="l" r="r" t="t"/>
            <a:pathLst>
              <a:path extrusionOk="0" h="1084632" w="3151572">
                <a:moveTo>
                  <a:pt x="0" y="0"/>
                </a:moveTo>
                <a:lnTo>
                  <a:pt x="3151572" y="0"/>
                </a:lnTo>
                <a:lnTo>
                  <a:pt x="3151572" y="1084632"/>
                </a:lnTo>
                <a:lnTo>
                  <a:pt x="0" y="1084632"/>
                </a:lnTo>
                <a:lnTo>
                  <a:pt x="0" y="0"/>
                </a:lnTo>
                <a:close/>
              </a:path>
            </a:pathLst>
          </a:custGeom>
          <a:blipFill rotWithShape="1">
            <a:blip r:embed="rId9">
              <a:alphaModFix/>
            </a:blip>
            <a:stretch>
              <a:fillRect b="0" l="0" r="0" t="0"/>
            </a:stretch>
          </a:blipFill>
          <a:ln>
            <a:noFill/>
          </a:ln>
        </p:spPr>
      </p:sp>
      <p:grpSp>
        <p:nvGrpSpPr>
          <p:cNvPr id="238" name="Google Shape;238;p1"/>
          <p:cNvGrpSpPr/>
          <p:nvPr/>
        </p:nvGrpSpPr>
        <p:grpSpPr>
          <a:xfrm>
            <a:off x="1538304" y="3048894"/>
            <a:ext cx="4189213" cy="4189213"/>
            <a:chOff x="0" y="0"/>
            <a:chExt cx="812800" cy="812800"/>
          </a:xfrm>
        </p:grpSpPr>
        <p:sp>
          <p:nvSpPr>
            <p:cNvPr id="239" name="Google Shape;23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61">
                <a:alpha val="2235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
            <p:cNvSpPr txBox="1"/>
            <p:nvPr/>
          </p:nvSpPr>
          <p:spPr>
            <a:xfrm>
              <a:off x="76200" y="28575"/>
              <a:ext cx="660400" cy="708025"/>
            </a:xfrm>
            <a:prstGeom prst="rect">
              <a:avLst/>
            </a:prstGeom>
            <a:noFill/>
            <a:ln>
              <a:noFill/>
            </a:ln>
          </p:spPr>
          <p:txBody>
            <a:bodyPr anchorCtr="0" anchor="ctr" bIns="61050" lIns="61050" spcFirstLastPara="1" rIns="61050" wrap="square" tIns="61050">
              <a:noAutofit/>
            </a:bodyPr>
            <a:lstStyle/>
            <a:p>
              <a:pPr indent="0" lvl="0" marL="0" marR="0" rtl="0" algn="ctr">
                <a:lnSpc>
                  <a:spcPct val="15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1"/>
          <p:cNvSpPr/>
          <p:nvPr/>
        </p:nvSpPr>
        <p:spPr>
          <a:xfrm rot="651986">
            <a:off x="1706439" y="2884861"/>
            <a:ext cx="4369494" cy="3977032"/>
          </a:xfrm>
          <a:custGeom>
            <a:rect b="b" l="l" r="r" t="t"/>
            <a:pathLst>
              <a:path extrusionOk="0" h="3977032" w="4369494">
                <a:moveTo>
                  <a:pt x="0" y="0"/>
                </a:moveTo>
                <a:lnTo>
                  <a:pt x="4369494" y="0"/>
                </a:lnTo>
                <a:lnTo>
                  <a:pt x="4369494" y="3977032"/>
                </a:lnTo>
                <a:lnTo>
                  <a:pt x="0" y="3977032"/>
                </a:lnTo>
                <a:lnTo>
                  <a:pt x="0" y="0"/>
                </a:lnTo>
                <a:close/>
              </a:path>
            </a:pathLst>
          </a:custGeom>
          <a:blipFill rotWithShape="1">
            <a:blip r:embed="rId10">
              <a:alphaModFix/>
            </a:blip>
            <a:stretch>
              <a:fillRect b="0" l="-46433" r="-15371" t="0"/>
            </a:stretch>
          </a:blipFill>
          <a:ln>
            <a:noFill/>
          </a:ln>
        </p:spPr>
      </p:sp>
      <p:sp>
        <p:nvSpPr>
          <p:cNvPr id="242" name="Google Shape;242;p1"/>
          <p:cNvSpPr/>
          <p:nvPr/>
        </p:nvSpPr>
        <p:spPr>
          <a:xfrm>
            <a:off x="15489523" y="8911057"/>
            <a:ext cx="329857" cy="329857"/>
          </a:xfrm>
          <a:custGeom>
            <a:rect b="b" l="l" r="r" t="t"/>
            <a:pathLst>
              <a:path extrusionOk="0" h="329857" w="329857">
                <a:moveTo>
                  <a:pt x="0" y="0"/>
                </a:moveTo>
                <a:lnTo>
                  <a:pt x="329857" y="0"/>
                </a:lnTo>
                <a:lnTo>
                  <a:pt x="329857" y="329858"/>
                </a:lnTo>
                <a:lnTo>
                  <a:pt x="0" y="329858"/>
                </a:lnTo>
                <a:lnTo>
                  <a:pt x="0" y="0"/>
                </a:lnTo>
                <a:close/>
              </a:path>
            </a:pathLst>
          </a:custGeom>
          <a:blipFill rotWithShape="1">
            <a:blip r:embed="rId11">
              <a:alphaModFix amt="50000"/>
            </a:blip>
            <a:stretch>
              <a:fillRect b="0" l="0" r="0" t="0"/>
            </a:stretch>
          </a:blipFill>
          <a:ln>
            <a:noFill/>
          </a:ln>
        </p:spPr>
      </p:sp>
      <p:sp>
        <p:nvSpPr>
          <p:cNvPr id="243" name="Google Shape;243;p1"/>
          <p:cNvSpPr txBox="1"/>
          <p:nvPr/>
        </p:nvSpPr>
        <p:spPr>
          <a:xfrm>
            <a:off x="6811685" y="3808840"/>
            <a:ext cx="9296700" cy="298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5695">
                <a:solidFill>
                  <a:srgbClr val="040912"/>
                </a:solidFill>
                <a:latin typeface="League Spartan"/>
                <a:ea typeface="League Spartan"/>
                <a:cs typeface="League Spartan"/>
                <a:sym typeface="League Spartan"/>
              </a:rPr>
              <a:t>MENULIS KODE DENGAN PRINSIP SESUAI GUIDELINES DAN BEST PRACTICES</a:t>
            </a:r>
            <a:endParaRPr sz="5695">
              <a:solidFill>
                <a:srgbClr val="040912"/>
              </a:solidFill>
              <a:latin typeface="League Spartan"/>
              <a:ea typeface="League Spartan"/>
              <a:cs typeface="League Spartan"/>
              <a:sym typeface="League Spartan"/>
            </a:endParaRPr>
          </a:p>
        </p:txBody>
      </p:sp>
      <p:sp>
        <p:nvSpPr>
          <p:cNvPr id="244" name="Google Shape;244;p1"/>
          <p:cNvSpPr txBox="1"/>
          <p:nvPr/>
        </p:nvSpPr>
        <p:spPr>
          <a:xfrm>
            <a:off x="6811685" y="2933876"/>
            <a:ext cx="6351000" cy="492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3200">
                <a:solidFill>
                  <a:srgbClr val="0B315E"/>
                </a:solidFill>
                <a:latin typeface="Montserrat"/>
                <a:ea typeface="Montserrat"/>
                <a:cs typeface="Montserrat"/>
                <a:sym typeface="Montserrat"/>
              </a:rPr>
              <a:t>J.620100.016.01</a:t>
            </a:r>
            <a:endParaRPr/>
          </a:p>
        </p:txBody>
      </p:sp>
      <p:sp>
        <p:nvSpPr>
          <p:cNvPr id="245" name="Google Shape;245;p1"/>
          <p:cNvSpPr txBox="1"/>
          <p:nvPr/>
        </p:nvSpPr>
        <p:spPr>
          <a:xfrm>
            <a:off x="2106419" y="7635120"/>
            <a:ext cx="2872700" cy="787400"/>
          </a:xfrm>
          <a:prstGeom prst="rect">
            <a:avLst/>
          </a:prstGeom>
          <a:noFill/>
          <a:ln>
            <a:noFill/>
          </a:ln>
        </p:spPr>
        <p:txBody>
          <a:bodyPr anchorCtr="0" anchor="t" bIns="0" lIns="0" spcFirstLastPara="1" rIns="0" wrap="square" tIns="0">
            <a:spAutoFit/>
          </a:bodyPr>
          <a:lstStyle/>
          <a:p>
            <a:pPr indent="0" lvl="0" marL="0" marR="0" rtl="0" algn="ctr">
              <a:lnSpc>
                <a:spcPct val="94998"/>
              </a:lnSpc>
              <a:spcBef>
                <a:spcPts val="0"/>
              </a:spcBef>
              <a:spcAft>
                <a:spcPts val="0"/>
              </a:spcAft>
              <a:buNone/>
            </a:pPr>
            <a:r>
              <a:rPr b="0" i="0" lang="en-US" sz="3199" u="none" cap="none" strike="noStrike">
                <a:solidFill>
                  <a:srgbClr val="0B315E"/>
                </a:solidFill>
                <a:latin typeface="League Spartan"/>
                <a:ea typeface="League Spartan"/>
                <a:cs typeface="League Spartan"/>
                <a:sym typeface="League Spartan"/>
              </a:rPr>
              <a:t>Project Based Learning</a:t>
            </a:r>
            <a:endParaRPr/>
          </a:p>
        </p:txBody>
      </p:sp>
      <p:sp>
        <p:nvSpPr>
          <p:cNvPr id="246" name="Google Shape;246;p1"/>
          <p:cNvSpPr txBox="1"/>
          <p:nvPr/>
        </p:nvSpPr>
        <p:spPr>
          <a:xfrm>
            <a:off x="6811685" y="6967900"/>
            <a:ext cx="9682993" cy="89598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600" u="none" cap="none" strike="noStrike">
                <a:solidFill>
                  <a:srgbClr val="0B315E"/>
                </a:solidFill>
                <a:latin typeface="Montserrat"/>
                <a:ea typeface="Montserrat"/>
                <a:cs typeface="Montserrat"/>
                <a:sym typeface="Montserrat"/>
              </a:rPr>
              <a:t>Program Pelatihan : </a:t>
            </a:r>
            <a:endParaRPr/>
          </a:p>
          <a:p>
            <a:pPr indent="0" lvl="0" marL="0" marR="0" rtl="0" algn="just">
              <a:lnSpc>
                <a:spcPct val="140000"/>
              </a:lnSpc>
              <a:spcBef>
                <a:spcPts val="0"/>
              </a:spcBef>
              <a:spcAft>
                <a:spcPts val="0"/>
              </a:spcAft>
              <a:buNone/>
            </a:pPr>
            <a:r>
              <a:rPr b="1" i="0" lang="en-US" sz="2600" u="none" cap="none" strike="noStrike">
                <a:solidFill>
                  <a:srgbClr val="0B315E"/>
                </a:solidFill>
                <a:latin typeface="Montserrat"/>
                <a:ea typeface="Montserrat"/>
                <a:cs typeface="Montserrat"/>
                <a:sym typeface="Montserrat"/>
              </a:rPr>
              <a:t>Pengembangan Web dengan Node.js dan React</a:t>
            </a:r>
            <a:endParaRPr/>
          </a:p>
        </p:txBody>
      </p:sp>
      <p:sp>
        <p:nvSpPr>
          <p:cNvPr id="247" name="Google Shape;247;p1"/>
          <p:cNvSpPr txBox="1"/>
          <p:nvPr/>
        </p:nvSpPr>
        <p:spPr>
          <a:xfrm>
            <a:off x="11202461" y="8855006"/>
            <a:ext cx="4287062" cy="3962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00" u="none" cap="none" strike="noStrike">
                <a:solidFill>
                  <a:srgbClr val="0B315E"/>
                </a:solidFill>
                <a:latin typeface="Montserrat"/>
                <a:ea typeface="Montserrat"/>
                <a:cs typeface="Montserrat"/>
                <a:sym typeface="Montserrat"/>
              </a:rPr>
              <a:t>Smart </a:t>
            </a:r>
            <a:r>
              <a:rPr b="1" i="0" lang="en-US" sz="2400" u="none" cap="none" strike="noStrike">
                <a:solidFill>
                  <a:srgbClr val="0B315E"/>
                </a:solidFill>
                <a:latin typeface="Montserrat"/>
                <a:ea typeface="Montserrat"/>
                <a:cs typeface="Montserrat"/>
                <a:sym typeface="Montserrat"/>
              </a:rPr>
              <a:t>Creative Skills </a:t>
            </a:r>
            <a:r>
              <a:rPr b="0" i="0" lang="en-US" sz="2400" u="none" cap="none" strike="noStrike">
                <a:solidFill>
                  <a:srgbClr val="0B315E"/>
                </a:solidFill>
                <a:latin typeface="Montserrat"/>
                <a:ea typeface="Montserrat"/>
                <a:cs typeface="Montserrat"/>
                <a:sym typeface="Montserrat"/>
              </a:rPr>
              <a:t>Team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cxnSp>
        <p:nvCxnSpPr>
          <p:cNvPr id="253" name="Google Shape;253;p4"/>
          <p:cNvCxnSpPr/>
          <p:nvPr/>
        </p:nvCxnSpPr>
        <p:spPr>
          <a:xfrm>
            <a:off x="8233133" y="2505088"/>
            <a:ext cx="5622300" cy="0"/>
          </a:xfrm>
          <a:prstGeom prst="straightConnector1">
            <a:avLst/>
          </a:prstGeom>
          <a:noFill/>
          <a:ln cap="flat" cmpd="sng" w="19050">
            <a:solidFill>
              <a:srgbClr val="040912"/>
            </a:solidFill>
            <a:prstDash val="solid"/>
            <a:round/>
            <a:headEnd len="sm" w="sm" type="none"/>
            <a:tailEnd len="sm" w="sm" type="none"/>
          </a:ln>
        </p:spPr>
      </p:cxnSp>
      <p:cxnSp>
        <p:nvCxnSpPr>
          <p:cNvPr id="254" name="Google Shape;254;p4"/>
          <p:cNvCxnSpPr/>
          <p:nvPr/>
        </p:nvCxnSpPr>
        <p:spPr>
          <a:xfrm>
            <a:off x="8185583" y="6001765"/>
            <a:ext cx="5622300" cy="0"/>
          </a:xfrm>
          <a:prstGeom prst="straightConnector1">
            <a:avLst/>
          </a:prstGeom>
          <a:noFill/>
          <a:ln cap="flat" cmpd="sng" w="19050">
            <a:solidFill>
              <a:srgbClr val="040912"/>
            </a:solidFill>
            <a:prstDash val="solid"/>
            <a:round/>
            <a:headEnd len="sm" w="sm" type="none"/>
            <a:tailEnd len="sm" w="sm" type="none"/>
          </a:ln>
        </p:spPr>
      </p:cxnSp>
      <p:grpSp>
        <p:nvGrpSpPr>
          <p:cNvPr id="255" name="Google Shape;255;p4"/>
          <p:cNvGrpSpPr/>
          <p:nvPr/>
        </p:nvGrpSpPr>
        <p:grpSpPr>
          <a:xfrm>
            <a:off x="17581435" y="-117747"/>
            <a:ext cx="2079765" cy="2079765"/>
            <a:chOff x="0" y="0"/>
            <a:chExt cx="812800" cy="812800"/>
          </a:xfrm>
        </p:grpSpPr>
        <p:sp>
          <p:nvSpPr>
            <p:cNvPr id="256" name="Google Shape;256;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8" name="Google Shape;258;p4"/>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19999"/>
            </a:blip>
            <a:stretch>
              <a:fillRect b="0" l="0" r="0" t="0"/>
            </a:stretch>
          </a:blipFill>
          <a:ln>
            <a:noFill/>
          </a:ln>
        </p:spPr>
      </p:sp>
      <p:sp>
        <p:nvSpPr>
          <p:cNvPr id="259" name="Google Shape;259;p4"/>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19999"/>
            </a:blip>
            <a:stretch>
              <a:fillRect b="0" l="0" r="0" t="0"/>
            </a:stretch>
          </a:blipFill>
          <a:ln>
            <a:noFill/>
          </a:ln>
        </p:spPr>
      </p:sp>
      <p:grpSp>
        <p:nvGrpSpPr>
          <p:cNvPr id="260" name="Google Shape;260;p4"/>
          <p:cNvGrpSpPr/>
          <p:nvPr/>
        </p:nvGrpSpPr>
        <p:grpSpPr>
          <a:xfrm>
            <a:off x="-3028412" y="2805165"/>
            <a:ext cx="3811614" cy="3811614"/>
            <a:chOff x="0" y="0"/>
            <a:chExt cx="812800" cy="812800"/>
          </a:xfrm>
        </p:grpSpPr>
        <p:sp>
          <p:nvSpPr>
            <p:cNvPr id="261" name="Google Shape;26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3" name="Google Shape;263;p4"/>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264" name="Google Shape;264;p4"/>
          <p:cNvGrpSpPr/>
          <p:nvPr/>
        </p:nvGrpSpPr>
        <p:grpSpPr>
          <a:xfrm>
            <a:off x="0" y="-180826"/>
            <a:ext cx="7085539" cy="767277"/>
            <a:chOff x="0" y="-47625"/>
            <a:chExt cx="1866150" cy="202081"/>
          </a:xfrm>
        </p:grpSpPr>
        <p:sp>
          <p:nvSpPr>
            <p:cNvPr id="265" name="Google Shape;265;p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66" name="Google Shape;266;p4"/>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4"/>
          <p:cNvGrpSpPr/>
          <p:nvPr/>
        </p:nvGrpSpPr>
        <p:grpSpPr>
          <a:xfrm>
            <a:off x="11202461" y="9519723"/>
            <a:ext cx="7085539" cy="767277"/>
            <a:chOff x="0" y="-47625"/>
            <a:chExt cx="1866150" cy="202081"/>
          </a:xfrm>
        </p:grpSpPr>
        <p:sp>
          <p:nvSpPr>
            <p:cNvPr id="268" name="Google Shape;268;p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269" name="Google Shape;269;p4"/>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0" name="Google Shape;270;p4"/>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271" name="Google Shape;271;p4"/>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272" name="Google Shape;272;p4"/>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sp>
        <p:nvSpPr>
          <p:cNvPr id="273" name="Google Shape;273;p4"/>
          <p:cNvSpPr txBox="1"/>
          <p:nvPr/>
        </p:nvSpPr>
        <p:spPr>
          <a:xfrm>
            <a:off x="1605333" y="1314705"/>
            <a:ext cx="7006200" cy="3872400"/>
          </a:xfrm>
          <a:prstGeom prst="rect">
            <a:avLst/>
          </a:prstGeom>
          <a:noFill/>
          <a:ln>
            <a:noFill/>
          </a:ln>
        </p:spPr>
        <p:txBody>
          <a:bodyPr anchorCtr="0" anchor="t" bIns="0" lIns="0" spcFirstLastPara="1" rIns="0" wrap="square" tIns="0">
            <a:spAutoFit/>
          </a:bodyPr>
          <a:lstStyle/>
          <a:p>
            <a:pPr indent="0" lvl="0" marL="0" marR="0" rtl="0" algn="l">
              <a:lnSpc>
                <a:spcPct val="119982"/>
              </a:lnSpc>
              <a:spcBef>
                <a:spcPts val="0"/>
              </a:spcBef>
              <a:spcAft>
                <a:spcPts val="0"/>
              </a:spcAft>
              <a:buNone/>
            </a:pPr>
            <a:r>
              <a:rPr b="0" i="0" lang="en-US" sz="7400" u="none" cap="none" strike="noStrike">
                <a:solidFill>
                  <a:srgbClr val="040912"/>
                </a:solidFill>
                <a:latin typeface="League Spartan"/>
                <a:ea typeface="League Spartan"/>
                <a:cs typeface="League Spartan"/>
                <a:sym typeface="League Spartan"/>
              </a:rPr>
              <a:t>ROAD</a:t>
            </a:r>
            <a:endParaRPr sz="7400">
              <a:solidFill>
                <a:srgbClr val="040912"/>
              </a:solidFill>
              <a:latin typeface="League Spartan"/>
              <a:ea typeface="League Spartan"/>
              <a:cs typeface="League Spartan"/>
              <a:sym typeface="League Spartan"/>
            </a:endParaRPr>
          </a:p>
          <a:p>
            <a:pPr indent="0" lvl="0" marL="0" marR="0" rtl="0" algn="l">
              <a:lnSpc>
                <a:spcPct val="119982"/>
              </a:lnSpc>
              <a:spcBef>
                <a:spcPts val="0"/>
              </a:spcBef>
              <a:spcAft>
                <a:spcPts val="0"/>
              </a:spcAft>
              <a:buNone/>
            </a:pPr>
            <a:r>
              <a:rPr b="0" i="0" lang="en-US" sz="7400" u="none" cap="none" strike="noStrike">
                <a:solidFill>
                  <a:srgbClr val="040912"/>
                </a:solidFill>
                <a:latin typeface="League Spartan"/>
                <a:ea typeface="League Spartan"/>
                <a:cs typeface="League Spartan"/>
                <a:sym typeface="League Spartan"/>
              </a:rPr>
              <a:t>MAP</a:t>
            </a:r>
            <a:endParaRPr sz="7400">
              <a:solidFill>
                <a:srgbClr val="040912"/>
              </a:solidFill>
              <a:latin typeface="League Spartan"/>
              <a:ea typeface="League Spartan"/>
              <a:cs typeface="League Spartan"/>
              <a:sym typeface="League Spartan"/>
            </a:endParaRPr>
          </a:p>
          <a:p>
            <a:pPr indent="0" lvl="0" marL="0" marR="0" rtl="0" algn="l">
              <a:lnSpc>
                <a:spcPct val="119982"/>
              </a:lnSpc>
              <a:spcBef>
                <a:spcPts val="0"/>
              </a:spcBef>
              <a:spcAft>
                <a:spcPts val="0"/>
              </a:spcAft>
              <a:buNone/>
            </a:pPr>
            <a:r>
              <a:rPr b="0" i="0" lang="en-US" sz="7400" u="none" cap="none" strike="noStrike">
                <a:solidFill>
                  <a:srgbClr val="040912"/>
                </a:solidFill>
                <a:latin typeface="League Spartan"/>
                <a:ea typeface="League Spartan"/>
                <a:cs typeface="League Spartan"/>
                <a:sym typeface="League Spartan"/>
              </a:rPr>
              <a:t>PELATIHAN</a:t>
            </a:r>
            <a:endParaRPr sz="3100"/>
          </a:p>
        </p:txBody>
      </p:sp>
      <p:sp>
        <p:nvSpPr>
          <p:cNvPr id="274" name="Google Shape;274;p4"/>
          <p:cNvSpPr txBox="1"/>
          <p:nvPr/>
        </p:nvSpPr>
        <p:spPr>
          <a:xfrm>
            <a:off x="8328383" y="1907209"/>
            <a:ext cx="4049400" cy="615600"/>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lang="en-US" sz="4000">
                <a:solidFill>
                  <a:schemeClr val="dk1"/>
                </a:solidFill>
                <a:latin typeface="Montserrat"/>
                <a:ea typeface="Montserrat"/>
                <a:cs typeface="Montserrat"/>
                <a:sym typeface="Montserrat"/>
              </a:rPr>
              <a:t>TNA</a:t>
            </a:r>
            <a:endParaRPr sz="3000">
              <a:solidFill>
                <a:schemeClr val="dk1"/>
              </a:solidFill>
            </a:endParaRPr>
          </a:p>
        </p:txBody>
      </p:sp>
      <p:sp>
        <p:nvSpPr>
          <p:cNvPr id="275" name="Google Shape;275;p4"/>
          <p:cNvSpPr txBox="1"/>
          <p:nvPr/>
        </p:nvSpPr>
        <p:spPr>
          <a:xfrm>
            <a:off x="8233125" y="2886638"/>
            <a:ext cx="5527200" cy="2733600"/>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lang="en-US" sz="4000">
                <a:solidFill>
                  <a:schemeClr val="dk1"/>
                </a:solidFill>
                <a:latin typeface="Montserrat"/>
                <a:ea typeface="Montserrat"/>
                <a:cs typeface="Montserrat"/>
                <a:sym typeface="Montserrat"/>
              </a:rPr>
              <a:t>Proglat : </a:t>
            </a:r>
            <a:endParaRPr sz="4000">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Font typeface="Arial"/>
              <a:buNone/>
            </a:pPr>
            <a:r>
              <a:rPr lang="en-US" sz="4000">
                <a:solidFill>
                  <a:schemeClr val="dk1"/>
                </a:solidFill>
                <a:latin typeface="Montserrat Medium"/>
                <a:ea typeface="Montserrat Medium"/>
                <a:cs typeface="Montserrat Medium"/>
                <a:sym typeface="Montserrat Medium"/>
              </a:rPr>
              <a:t>Pengembangan Web dengan Node.js dan React</a:t>
            </a:r>
            <a:endParaRPr sz="4000">
              <a:solidFill>
                <a:schemeClr val="dk1"/>
              </a:solidFill>
              <a:latin typeface="Montserrat"/>
              <a:ea typeface="Montserrat"/>
              <a:cs typeface="Montserrat"/>
              <a:sym typeface="Montserrat"/>
            </a:endParaRPr>
          </a:p>
        </p:txBody>
      </p:sp>
      <p:sp>
        <p:nvSpPr>
          <p:cNvPr id="276" name="Google Shape;276;p4"/>
          <p:cNvSpPr txBox="1"/>
          <p:nvPr/>
        </p:nvSpPr>
        <p:spPr>
          <a:xfrm>
            <a:off x="8185575" y="6388925"/>
            <a:ext cx="7790100" cy="259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400"/>
              <a:buFont typeface="Arial"/>
              <a:buNone/>
            </a:pPr>
            <a:r>
              <a:rPr lang="en-US" sz="4000">
                <a:solidFill>
                  <a:schemeClr val="dk1"/>
                </a:solidFill>
                <a:latin typeface="Montserrat"/>
                <a:ea typeface="Montserrat"/>
                <a:cs typeface="Montserrat"/>
                <a:sym typeface="Montserrat"/>
              </a:rPr>
              <a:t>Judul Unit :</a:t>
            </a:r>
            <a:endParaRPr sz="4000">
              <a:solidFill>
                <a:schemeClr val="dk1"/>
              </a:solidFill>
              <a:latin typeface="Montserrat"/>
              <a:ea typeface="Montserrat"/>
              <a:cs typeface="Montserrat"/>
              <a:sym typeface="Montserrat"/>
            </a:endParaRPr>
          </a:p>
          <a:p>
            <a:pPr indent="0" lvl="0" marL="0" rtl="0" algn="ctr">
              <a:spcBef>
                <a:spcPts val="1000"/>
              </a:spcBef>
              <a:spcAft>
                <a:spcPts val="0"/>
              </a:spcAft>
              <a:buClr>
                <a:schemeClr val="dk1"/>
              </a:buClr>
              <a:buFont typeface="Arial"/>
              <a:buNone/>
            </a:pPr>
            <a:r>
              <a:rPr lang="en-US" sz="4000">
                <a:solidFill>
                  <a:schemeClr val="dk1"/>
                </a:solidFill>
                <a:latin typeface="Mulish Medium"/>
                <a:ea typeface="Mulish Medium"/>
                <a:cs typeface="Mulish Medium"/>
                <a:sym typeface="Mulish Medium"/>
              </a:rPr>
              <a:t>Menulis Kode Dengan Prinsip Sesuai Guidelines Dan Best Practices</a:t>
            </a:r>
            <a:endParaRPr sz="4000">
              <a:solidFill>
                <a:schemeClr val="dk1"/>
              </a:solidFill>
              <a:latin typeface="Mulish Medium"/>
              <a:ea typeface="Mulish Medium"/>
              <a:cs typeface="Mulish Medium"/>
              <a:sym typeface="Mulish Medium"/>
            </a:endParaRPr>
          </a:p>
        </p:txBody>
      </p:sp>
      <p:grpSp>
        <p:nvGrpSpPr>
          <p:cNvPr id="277" name="Google Shape;277;p4"/>
          <p:cNvGrpSpPr/>
          <p:nvPr/>
        </p:nvGrpSpPr>
        <p:grpSpPr>
          <a:xfrm>
            <a:off x="6950225" y="1314699"/>
            <a:ext cx="905747" cy="8012690"/>
            <a:chOff x="0" y="-57150"/>
            <a:chExt cx="238549" cy="1399401"/>
          </a:xfrm>
        </p:grpSpPr>
        <p:sp>
          <p:nvSpPr>
            <p:cNvPr id="278" name="Google Shape;278;p4"/>
            <p:cNvSpPr/>
            <p:nvPr/>
          </p:nvSpPr>
          <p:spPr>
            <a:xfrm>
              <a:off x="0" y="0"/>
              <a:ext cx="238549" cy="1342251"/>
            </a:xfrm>
            <a:custGeom>
              <a:rect b="b" l="l" r="r" t="t"/>
              <a:pathLst>
                <a:path extrusionOk="0" h="1342251" w="238549">
                  <a:moveTo>
                    <a:pt x="119274" y="0"/>
                  </a:moveTo>
                  <a:lnTo>
                    <a:pt x="119274" y="0"/>
                  </a:lnTo>
                  <a:cubicBezTo>
                    <a:pt x="185148" y="0"/>
                    <a:pt x="238549" y="53401"/>
                    <a:pt x="238549" y="119274"/>
                  </a:cubicBezTo>
                  <a:lnTo>
                    <a:pt x="238549" y="1222977"/>
                  </a:lnTo>
                  <a:cubicBezTo>
                    <a:pt x="238549" y="1288850"/>
                    <a:pt x="185148" y="1342251"/>
                    <a:pt x="119274" y="1342251"/>
                  </a:cubicBezTo>
                  <a:lnTo>
                    <a:pt x="119274" y="1342251"/>
                  </a:lnTo>
                  <a:cubicBezTo>
                    <a:pt x="53401" y="1342251"/>
                    <a:pt x="0" y="1288850"/>
                    <a:pt x="0" y="1222977"/>
                  </a:cubicBezTo>
                  <a:lnTo>
                    <a:pt x="0" y="119274"/>
                  </a:lnTo>
                  <a:cubicBezTo>
                    <a:pt x="0" y="53401"/>
                    <a:pt x="53401" y="0"/>
                    <a:pt x="119274" y="0"/>
                  </a:cubicBezTo>
                  <a:close/>
                </a:path>
              </a:pathLst>
            </a:custGeom>
            <a:solidFill>
              <a:srgbClr val="465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
            <p:cNvSpPr txBox="1"/>
            <p:nvPr/>
          </p:nvSpPr>
          <p:spPr>
            <a:xfrm>
              <a:off x="0" y="-57150"/>
              <a:ext cx="238549" cy="139940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0" name="Google Shape;280;p4"/>
          <p:cNvSpPr txBox="1"/>
          <p:nvPr/>
        </p:nvSpPr>
        <p:spPr>
          <a:xfrm>
            <a:off x="7177463" y="1907204"/>
            <a:ext cx="451200" cy="523200"/>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3400" u="none" cap="none" strike="noStrike">
                <a:solidFill>
                  <a:srgbClr val="FFFFFF"/>
                </a:solidFill>
                <a:latin typeface="Montserrat"/>
                <a:ea typeface="Montserrat"/>
                <a:cs typeface="Montserrat"/>
                <a:sym typeface="Montserrat"/>
              </a:rPr>
              <a:t>01</a:t>
            </a:r>
            <a:endParaRPr sz="3400"/>
          </a:p>
        </p:txBody>
      </p:sp>
      <p:sp>
        <p:nvSpPr>
          <p:cNvPr id="281" name="Google Shape;281;p4"/>
          <p:cNvSpPr txBox="1"/>
          <p:nvPr/>
        </p:nvSpPr>
        <p:spPr>
          <a:xfrm>
            <a:off x="7063781" y="2989300"/>
            <a:ext cx="678600" cy="523200"/>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3400" u="none" cap="none" strike="noStrike">
                <a:solidFill>
                  <a:srgbClr val="FFFFFF"/>
                </a:solidFill>
                <a:latin typeface="Montserrat"/>
                <a:ea typeface="Montserrat"/>
                <a:cs typeface="Montserrat"/>
                <a:sym typeface="Montserrat"/>
              </a:rPr>
              <a:t>02</a:t>
            </a:r>
            <a:endParaRPr sz="3400"/>
          </a:p>
        </p:txBody>
      </p:sp>
      <p:sp>
        <p:nvSpPr>
          <p:cNvPr id="282" name="Google Shape;282;p4"/>
          <p:cNvSpPr txBox="1"/>
          <p:nvPr/>
        </p:nvSpPr>
        <p:spPr>
          <a:xfrm>
            <a:off x="7063782" y="6388925"/>
            <a:ext cx="678600" cy="523200"/>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3400" u="none" cap="none" strike="noStrike">
                <a:solidFill>
                  <a:srgbClr val="FFFFFF"/>
                </a:solidFill>
                <a:latin typeface="Montserrat"/>
                <a:ea typeface="Montserrat"/>
                <a:cs typeface="Montserrat"/>
                <a:sym typeface="Montserrat"/>
              </a:rPr>
              <a:t>03</a:t>
            </a:r>
            <a:endParaRPr sz="3400"/>
          </a:p>
        </p:txBody>
      </p:sp>
      <p:sp>
        <p:nvSpPr>
          <p:cNvPr id="283" name="Google Shape;283;p4"/>
          <p:cNvSpPr txBox="1"/>
          <p:nvPr/>
        </p:nvSpPr>
        <p:spPr>
          <a:xfrm>
            <a:off x="15858719" y="5408192"/>
            <a:ext cx="451258" cy="412623"/>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07</a:t>
            </a:r>
            <a:endParaRPr/>
          </a:p>
        </p:txBody>
      </p:sp>
      <p:sp>
        <p:nvSpPr>
          <p:cNvPr id="284" name="Google Shape;284;p4"/>
          <p:cNvSpPr txBox="1"/>
          <p:nvPr/>
        </p:nvSpPr>
        <p:spPr>
          <a:xfrm>
            <a:off x="15858719" y="6388929"/>
            <a:ext cx="451258" cy="412623"/>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08</a:t>
            </a:r>
            <a:endParaRPr/>
          </a:p>
        </p:txBody>
      </p:sp>
      <p:sp>
        <p:nvSpPr>
          <p:cNvPr id="285" name="Google Shape;285;p4"/>
          <p:cNvSpPr txBox="1"/>
          <p:nvPr/>
        </p:nvSpPr>
        <p:spPr>
          <a:xfrm>
            <a:off x="15858719" y="7371524"/>
            <a:ext cx="451258" cy="412623"/>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09</a:t>
            </a:r>
            <a:endParaRPr/>
          </a:p>
        </p:txBody>
      </p:sp>
      <p:sp>
        <p:nvSpPr>
          <p:cNvPr id="286" name="Google Shape;286;p4"/>
          <p:cNvSpPr txBox="1"/>
          <p:nvPr/>
        </p:nvSpPr>
        <p:spPr>
          <a:xfrm>
            <a:off x="15858719" y="8355976"/>
            <a:ext cx="451258" cy="412623"/>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10</a:t>
            </a:r>
            <a:endParaRPr/>
          </a:p>
        </p:txBody>
      </p:sp>
      <p:cxnSp>
        <p:nvCxnSpPr>
          <p:cNvPr id="287" name="Google Shape;287;p4"/>
          <p:cNvCxnSpPr/>
          <p:nvPr/>
        </p:nvCxnSpPr>
        <p:spPr>
          <a:xfrm>
            <a:off x="8123033" y="9327390"/>
            <a:ext cx="7915200" cy="0"/>
          </a:xfrm>
          <a:prstGeom prst="straightConnector1">
            <a:avLst/>
          </a:prstGeom>
          <a:noFill/>
          <a:ln cap="flat" cmpd="sng" w="19050">
            <a:solidFill>
              <a:srgbClr val="040912"/>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grpSp>
        <p:nvGrpSpPr>
          <p:cNvPr id="293" name="Google Shape;293;p3"/>
          <p:cNvGrpSpPr/>
          <p:nvPr/>
        </p:nvGrpSpPr>
        <p:grpSpPr>
          <a:xfrm>
            <a:off x="14719629" y="1648339"/>
            <a:ext cx="5129580" cy="5129580"/>
            <a:chOff x="0" y="0"/>
            <a:chExt cx="812800" cy="812800"/>
          </a:xfrm>
        </p:grpSpPr>
        <p:sp>
          <p:nvSpPr>
            <p:cNvPr id="294" name="Google Shape;29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3"/>
          <p:cNvSpPr/>
          <p:nvPr/>
        </p:nvSpPr>
        <p:spPr>
          <a:xfrm>
            <a:off x="11329751" y="8520662"/>
            <a:ext cx="1430269" cy="604288"/>
          </a:xfrm>
          <a:custGeom>
            <a:rect b="b" l="l" r="r" t="t"/>
            <a:pathLst>
              <a:path extrusionOk="0" h="604288" w="1430269">
                <a:moveTo>
                  <a:pt x="0" y="0"/>
                </a:moveTo>
                <a:lnTo>
                  <a:pt x="1430269" y="0"/>
                </a:lnTo>
                <a:lnTo>
                  <a:pt x="1430269" y="604288"/>
                </a:lnTo>
                <a:lnTo>
                  <a:pt x="0" y="604288"/>
                </a:lnTo>
                <a:lnTo>
                  <a:pt x="0" y="0"/>
                </a:lnTo>
                <a:close/>
              </a:path>
            </a:pathLst>
          </a:custGeom>
          <a:blipFill rotWithShape="1">
            <a:blip r:embed="rId4">
              <a:alphaModFix/>
            </a:blip>
            <a:stretch>
              <a:fillRect b="0" l="0" r="0" t="0"/>
            </a:stretch>
          </a:blipFill>
          <a:ln>
            <a:noFill/>
          </a:ln>
        </p:spPr>
      </p:sp>
      <p:grpSp>
        <p:nvGrpSpPr>
          <p:cNvPr id="297" name="Google Shape;297;p3"/>
          <p:cNvGrpSpPr/>
          <p:nvPr/>
        </p:nvGrpSpPr>
        <p:grpSpPr>
          <a:xfrm>
            <a:off x="12099862" y="1879180"/>
            <a:ext cx="5239533" cy="7038465"/>
            <a:chOff x="0" y="-47625"/>
            <a:chExt cx="1379959" cy="1853752"/>
          </a:xfrm>
        </p:grpSpPr>
        <p:sp>
          <p:nvSpPr>
            <p:cNvPr id="298" name="Google Shape;298;p3"/>
            <p:cNvSpPr/>
            <p:nvPr/>
          </p:nvSpPr>
          <p:spPr>
            <a:xfrm>
              <a:off x="0" y="0"/>
              <a:ext cx="1379959" cy="1806127"/>
            </a:xfrm>
            <a:custGeom>
              <a:rect b="b" l="l" r="r" t="t"/>
              <a:pathLst>
                <a:path extrusionOk="0" h="1806127" w="1379959">
                  <a:moveTo>
                    <a:pt x="73880" y="0"/>
                  </a:moveTo>
                  <a:lnTo>
                    <a:pt x="1306080" y="0"/>
                  </a:lnTo>
                  <a:cubicBezTo>
                    <a:pt x="1346882" y="0"/>
                    <a:pt x="1379959" y="33077"/>
                    <a:pt x="1379959" y="73880"/>
                  </a:cubicBezTo>
                  <a:lnTo>
                    <a:pt x="1379959" y="1732247"/>
                  </a:lnTo>
                  <a:cubicBezTo>
                    <a:pt x="1379959" y="1773050"/>
                    <a:pt x="1346882" y="1806127"/>
                    <a:pt x="1306080" y="1806127"/>
                  </a:cubicBezTo>
                  <a:lnTo>
                    <a:pt x="73880" y="1806127"/>
                  </a:lnTo>
                  <a:cubicBezTo>
                    <a:pt x="33077" y="1806127"/>
                    <a:pt x="0" y="1773050"/>
                    <a:pt x="0" y="1732247"/>
                  </a:cubicBezTo>
                  <a:lnTo>
                    <a:pt x="0" y="73880"/>
                  </a:lnTo>
                  <a:cubicBezTo>
                    <a:pt x="0" y="33077"/>
                    <a:pt x="33077" y="0"/>
                    <a:pt x="73880" y="0"/>
                  </a:cubicBezTo>
                  <a:close/>
                </a:path>
              </a:pathLst>
            </a:custGeom>
            <a:solidFill>
              <a:srgbClr val="1736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txBox="1"/>
            <p:nvPr/>
          </p:nvSpPr>
          <p:spPr>
            <a:xfrm>
              <a:off x="0" y="-47625"/>
              <a:ext cx="1379959" cy="185375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00" name="Google Shape;300;p3"/>
          <p:cNvCxnSpPr/>
          <p:nvPr/>
        </p:nvCxnSpPr>
        <p:spPr>
          <a:xfrm>
            <a:off x="2511024" y="7090270"/>
            <a:ext cx="0" cy="1258858"/>
          </a:xfrm>
          <a:prstGeom prst="straightConnector1">
            <a:avLst/>
          </a:prstGeom>
          <a:noFill/>
          <a:ln cap="flat" cmpd="sng" w="38100">
            <a:solidFill>
              <a:srgbClr val="040912"/>
            </a:solidFill>
            <a:prstDash val="solid"/>
            <a:round/>
            <a:headEnd len="sm" w="sm" type="none"/>
            <a:tailEnd len="sm" w="sm" type="none"/>
          </a:ln>
        </p:spPr>
      </p:cxnSp>
      <p:sp>
        <p:nvSpPr>
          <p:cNvPr id="301" name="Google Shape;301;p3"/>
          <p:cNvSpPr txBox="1"/>
          <p:nvPr/>
        </p:nvSpPr>
        <p:spPr>
          <a:xfrm>
            <a:off x="3056217" y="7085706"/>
            <a:ext cx="7586700" cy="2031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0B315E"/>
                </a:solidFill>
                <a:latin typeface="Montserrat"/>
                <a:ea typeface="Montserrat"/>
                <a:cs typeface="Montserrat"/>
                <a:sym typeface="Montserrat"/>
              </a:rPr>
              <a:t>Mampu menuliskan Kode Dengan Prinsip Sesuai</a:t>
            </a:r>
            <a:endParaRPr sz="2400">
              <a:solidFill>
                <a:srgbClr val="0B315E"/>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sz="2400">
                <a:solidFill>
                  <a:srgbClr val="0B315E"/>
                </a:solidFill>
                <a:latin typeface="Montserrat"/>
                <a:ea typeface="Montserrat"/>
                <a:cs typeface="Montserrat"/>
                <a:sym typeface="Montserrat"/>
              </a:rPr>
              <a:t>Guidelines Dan Best Practices pada bahasa pemrograman Javascript</a:t>
            </a:r>
            <a:endParaRPr sz="2400">
              <a:solidFill>
                <a:srgbClr val="0B315E"/>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2400">
              <a:solidFill>
                <a:srgbClr val="0B315E"/>
              </a:solidFill>
              <a:latin typeface="Montserrat"/>
              <a:ea typeface="Montserrat"/>
              <a:cs typeface="Montserrat"/>
              <a:sym typeface="Montserrat"/>
            </a:endParaRPr>
          </a:p>
        </p:txBody>
      </p:sp>
      <p:sp>
        <p:nvSpPr>
          <p:cNvPr id="302" name="Google Shape;302;p3"/>
          <p:cNvSpPr/>
          <p:nvPr/>
        </p:nvSpPr>
        <p:spPr>
          <a:xfrm>
            <a:off x="12275208" y="2256692"/>
            <a:ext cx="4888842" cy="6464268"/>
          </a:xfrm>
          <a:custGeom>
            <a:rect b="b" l="l" r="r" t="t"/>
            <a:pathLst>
              <a:path extrusionOk="0" h="1074724" w="812800">
                <a:moveTo>
                  <a:pt x="79179" y="0"/>
                </a:moveTo>
                <a:lnTo>
                  <a:pt x="733621" y="0"/>
                </a:lnTo>
                <a:cubicBezTo>
                  <a:pt x="754620" y="0"/>
                  <a:pt x="774760" y="8342"/>
                  <a:pt x="789609" y="23191"/>
                </a:cubicBezTo>
                <a:cubicBezTo>
                  <a:pt x="804458" y="38040"/>
                  <a:pt x="812800" y="58180"/>
                  <a:pt x="812800" y="79179"/>
                </a:cubicBezTo>
                <a:lnTo>
                  <a:pt x="812800" y="995545"/>
                </a:lnTo>
                <a:cubicBezTo>
                  <a:pt x="812800" y="1016544"/>
                  <a:pt x="804458" y="1036684"/>
                  <a:pt x="789609" y="1051533"/>
                </a:cubicBezTo>
                <a:cubicBezTo>
                  <a:pt x="774760" y="1066382"/>
                  <a:pt x="754620" y="1074724"/>
                  <a:pt x="733621" y="1074724"/>
                </a:cubicBezTo>
                <a:lnTo>
                  <a:pt x="79179" y="1074724"/>
                </a:lnTo>
                <a:cubicBezTo>
                  <a:pt x="58180" y="1074724"/>
                  <a:pt x="38040" y="1066382"/>
                  <a:pt x="23191" y="1051533"/>
                </a:cubicBezTo>
                <a:cubicBezTo>
                  <a:pt x="8342" y="1036684"/>
                  <a:pt x="0" y="1016544"/>
                  <a:pt x="0" y="995545"/>
                </a:cubicBezTo>
                <a:lnTo>
                  <a:pt x="0" y="79179"/>
                </a:lnTo>
                <a:cubicBezTo>
                  <a:pt x="0" y="58180"/>
                  <a:pt x="8342" y="38040"/>
                  <a:pt x="23191" y="23191"/>
                </a:cubicBezTo>
                <a:cubicBezTo>
                  <a:pt x="38040" y="8342"/>
                  <a:pt x="58180" y="0"/>
                  <a:pt x="79179" y="0"/>
                </a:cubicBezTo>
                <a:close/>
              </a:path>
            </a:pathLst>
          </a:custGeom>
          <a:blipFill rotWithShape="1">
            <a:blip r:embed="rId5">
              <a:alphaModFix/>
            </a:blip>
            <a:stretch>
              <a:fillRect b="-417" l="0" r="0" t="-41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a:off x="16539589" y="695742"/>
            <a:ext cx="1248923" cy="1264799"/>
          </a:xfrm>
          <a:custGeom>
            <a:rect b="b" l="l" r="r" t="t"/>
            <a:pathLst>
              <a:path extrusionOk="0" h="1264799" w="1248923">
                <a:moveTo>
                  <a:pt x="0" y="0"/>
                </a:moveTo>
                <a:lnTo>
                  <a:pt x="1248922" y="0"/>
                </a:lnTo>
                <a:lnTo>
                  <a:pt x="1248922" y="1264799"/>
                </a:lnTo>
                <a:lnTo>
                  <a:pt x="0" y="1264799"/>
                </a:lnTo>
                <a:lnTo>
                  <a:pt x="0" y="0"/>
                </a:lnTo>
                <a:close/>
              </a:path>
            </a:pathLst>
          </a:custGeom>
          <a:blipFill rotWithShape="1">
            <a:blip r:embed="rId6">
              <a:alphaModFix/>
            </a:blip>
            <a:stretch>
              <a:fillRect b="0" l="0" r="-25073" t="-23502"/>
            </a:stretch>
          </a:blipFill>
          <a:ln>
            <a:noFill/>
          </a:ln>
        </p:spPr>
      </p:sp>
      <p:grpSp>
        <p:nvGrpSpPr>
          <p:cNvPr id="304" name="Google Shape;304;p3"/>
          <p:cNvGrpSpPr/>
          <p:nvPr/>
        </p:nvGrpSpPr>
        <p:grpSpPr>
          <a:xfrm>
            <a:off x="-3104573" y="6475386"/>
            <a:ext cx="3811614" cy="3811614"/>
            <a:chOff x="0" y="0"/>
            <a:chExt cx="812800" cy="812800"/>
          </a:xfrm>
        </p:grpSpPr>
        <p:sp>
          <p:nvSpPr>
            <p:cNvPr id="305" name="Google Shape;30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7" name="Google Shape;307;p3"/>
          <p:cNvSpPr/>
          <p:nvPr/>
        </p:nvSpPr>
        <p:spPr>
          <a:xfrm>
            <a:off x="-58311" y="8233004"/>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7">
              <a:alphaModFix/>
            </a:blip>
            <a:stretch>
              <a:fillRect b="0" l="0" r="0" t="0"/>
            </a:stretch>
          </a:blipFill>
          <a:ln>
            <a:noFill/>
          </a:ln>
        </p:spPr>
      </p:sp>
      <p:sp>
        <p:nvSpPr>
          <p:cNvPr id="308" name="Google Shape;308;p3"/>
          <p:cNvSpPr/>
          <p:nvPr/>
        </p:nvSpPr>
        <p:spPr>
          <a:xfrm>
            <a:off x="9779474" y="-1635510"/>
            <a:ext cx="3551521" cy="3502687"/>
          </a:xfrm>
          <a:custGeom>
            <a:rect b="b" l="l" r="r" t="t"/>
            <a:pathLst>
              <a:path extrusionOk="0" h="3502687" w="3551521">
                <a:moveTo>
                  <a:pt x="0" y="0"/>
                </a:moveTo>
                <a:lnTo>
                  <a:pt x="3551521" y="0"/>
                </a:lnTo>
                <a:lnTo>
                  <a:pt x="3551521" y="3502687"/>
                </a:lnTo>
                <a:lnTo>
                  <a:pt x="0" y="3502687"/>
                </a:lnTo>
                <a:lnTo>
                  <a:pt x="0" y="0"/>
                </a:lnTo>
                <a:close/>
              </a:path>
            </a:pathLst>
          </a:custGeom>
          <a:blipFill rotWithShape="1">
            <a:blip r:embed="rId8">
              <a:alphaModFix amt="19999"/>
            </a:blip>
            <a:stretch>
              <a:fillRect b="0" l="0" r="0" t="0"/>
            </a:stretch>
          </a:blipFill>
          <a:ln>
            <a:noFill/>
          </a:ln>
        </p:spPr>
      </p:sp>
      <p:sp>
        <p:nvSpPr>
          <p:cNvPr id="309" name="Google Shape;309;p3"/>
          <p:cNvSpPr/>
          <p:nvPr/>
        </p:nvSpPr>
        <p:spPr>
          <a:xfrm>
            <a:off x="-657323" y="8349128"/>
            <a:ext cx="3849107" cy="3502687"/>
          </a:xfrm>
          <a:custGeom>
            <a:rect b="b" l="l" r="r" t="t"/>
            <a:pathLst>
              <a:path extrusionOk="0" h="3502687" w="3849107">
                <a:moveTo>
                  <a:pt x="0" y="0"/>
                </a:moveTo>
                <a:lnTo>
                  <a:pt x="3849107" y="0"/>
                </a:lnTo>
                <a:lnTo>
                  <a:pt x="3849107" y="3502687"/>
                </a:lnTo>
                <a:lnTo>
                  <a:pt x="0" y="3502687"/>
                </a:lnTo>
                <a:lnTo>
                  <a:pt x="0" y="0"/>
                </a:lnTo>
                <a:close/>
              </a:path>
            </a:pathLst>
          </a:custGeom>
          <a:blipFill rotWithShape="1">
            <a:blip r:embed="rId9">
              <a:alphaModFix amt="19999"/>
            </a:blip>
            <a:stretch>
              <a:fillRect b="0" l="0" r="0" t="0"/>
            </a:stretch>
          </a:blipFill>
          <a:ln>
            <a:noFill/>
          </a:ln>
        </p:spPr>
      </p:sp>
      <p:grpSp>
        <p:nvGrpSpPr>
          <p:cNvPr id="310" name="Google Shape;310;p3"/>
          <p:cNvGrpSpPr/>
          <p:nvPr/>
        </p:nvGrpSpPr>
        <p:grpSpPr>
          <a:xfrm>
            <a:off x="0" y="-180826"/>
            <a:ext cx="7085539" cy="767277"/>
            <a:chOff x="0" y="-47625"/>
            <a:chExt cx="1866150" cy="202081"/>
          </a:xfrm>
        </p:grpSpPr>
        <p:sp>
          <p:nvSpPr>
            <p:cNvPr id="311" name="Google Shape;311;p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312" name="Google Shape;312;p3"/>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3" name="Google Shape;313;p3"/>
          <p:cNvGrpSpPr/>
          <p:nvPr/>
        </p:nvGrpSpPr>
        <p:grpSpPr>
          <a:xfrm>
            <a:off x="11202461" y="9519723"/>
            <a:ext cx="7085539" cy="767277"/>
            <a:chOff x="0" y="-47625"/>
            <a:chExt cx="1866150" cy="202081"/>
          </a:xfrm>
        </p:grpSpPr>
        <p:sp>
          <p:nvSpPr>
            <p:cNvPr id="314" name="Google Shape;314;p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315" name="Google Shape;315;p3"/>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6" name="Google Shape;316;p3"/>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10">
              <a:alphaModFix/>
            </a:blip>
            <a:stretch>
              <a:fillRect b="0" l="0" r="0" t="0"/>
            </a:stretch>
          </a:blipFill>
          <a:ln>
            <a:noFill/>
          </a:ln>
        </p:spPr>
      </p:sp>
      <p:sp>
        <p:nvSpPr>
          <p:cNvPr id="317" name="Google Shape;317;p3"/>
          <p:cNvSpPr txBox="1"/>
          <p:nvPr/>
        </p:nvSpPr>
        <p:spPr>
          <a:xfrm>
            <a:off x="1998311" y="2008856"/>
            <a:ext cx="8255400" cy="984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0" i="0" lang="en-US" sz="6399" u="none" cap="none" strike="noStrike">
                <a:solidFill>
                  <a:srgbClr val="040912"/>
                </a:solidFill>
                <a:latin typeface="League Spartan"/>
                <a:ea typeface="League Spartan"/>
                <a:cs typeface="League Spartan"/>
                <a:sym typeface="League Spartan"/>
              </a:rPr>
              <a:t>TUJUAN</a:t>
            </a:r>
            <a:endParaRPr/>
          </a:p>
        </p:txBody>
      </p:sp>
      <p:sp>
        <p:nvSpPr>
          <p:cNvPr id="318" name="Google Shape;318;p3"/>
          <p:cNvSpPr txBox="1"/>
          <p:nvPr/>
        </p:nvSpPr>
        <p:spPr>
          <a:xfrm>
            <a:off x="1998311" y="3122081"/>
            <a:ext cx="8644500" cy="2031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lang="en-US" sz="2400">
                <a:solidFill>
                  <a:srgbClr val="0B315E"/>
                </a:solidFill>
                <a:latin typeface="Montserrat"/>
                <a:ea typeface="Montserrat"/>
                <a:cs typeface="Montserrat"/>
                <a:sym typeface="Montserrat"/>
              </a:rPr>
              <a:t>Setelah mengikuti pelatihan ini peserta kompeten menerapkan Menulis Kode Dengan Prinsip Sesuai</a:t>
            </a:r>
            <a:endParaRPr sz="2400">
              <a:solidFill>
                <a:srgbClr val="0B315E"/>
              </a:solidFill>
              <a:latin typeface="Montserrat"/>
              <a:ea typeface="Montserrat"/>
              <a:cs typeface="Montserrat"/>
              <a:sym typeface="Montserrat"/>
            </a:endParaRPr>
          </a:p>
          <a:p>
            <a:pPr indent="0" lvl="0" marL="0" marR="0" rtl="0" algn="r">
              <a:lnSpc>
                <a:spcPct val="150000"/>
              </a:lnSpc>
              <a:spcBef>
                <a:spcPts val="0"/>
              </a:spcBef>
              <a:spcAft>
                <a:spcPts val="0"/>
              </a:spcAft>
              <a:buNone/>
            </a:pPr>
            <a:r>
              <a:rPr lang="en-US" sz="2400">
                <a:solidFill>
                  <a:srgbClr val="0B315E"/>
                </a:solidFill>
                <a:latin typeface="Montserrat"/>
                <a:ea typeface="Montserrat"/>
                <a:cs typeface="Montserrat"/>
                <a:sym typeface="Montserrat"/>
              </a:rPr>
              <a:t>Guidelines Dan Best Practices pada bahasa pemrograman Javascript sesuai dengan prosedur</a:t>
            </a:r>
            <a:endParaRPr sz="2400">
              <a:solidFill>
                <a:srgbClr val="0B315E"/>
              </a:solidFill>
              <a:latin typeface="Montserrat"/>
              <a:ea typeface="Montserrat"/>
              <a:cs typeface="Montserrat"/>
              <a:sym typeface="Montserrat"/>
            </a:endParaRPr>
          </a:p>
        </p:txBody>
      </p:sp>
      <p:sp>
        <p:nvSpPr>
          <p:cNvPr id="319" name="Google Shape;319;p3"/>
          <p:cNvSpPr txBox="1"/>
          <p:nvPr/>
        </p:nvSpPr>
        <p:spPr>
          <a:xfrm>
            <a:off x="3056217" y="6060916"/>
            <a:ext cx="5779800" cy="1043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780" u="none" cap="none" strike="noStrike">
                <a:solidFill>
                  <a:srgbClr val="040912"/>
                </a:solidFill>
                <a:latin typeface="League Spartan"/>
                <a:ea typeface="League Spartan"/>
                <a:cs typeface="League Spartan"/>
                <a:sym typeface="League Spartan"/>
              </a:rPr>
              <a:t>MANFAAT</a:t>
            </a:r>
            <a:endParaRPr/>
          </a:p>
        </p:txBody>
      </p:sp>
      <p:sp>
        <p:nvSpPr>
          <p:cNvPr id="320" name="Google Shape;320;p3"/>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11">
              <a:alphaModFix/>
            </a:blip>
            <a:stretch>
              <a:fillRect b="0" l="0" r="0" t="0"/>
            </a:stretch>
          </a:blipFill>
          <a:ln>
            <a:noFill/>
          </a:ln>
        </p:spPr>
      </p:sp>
      <p:cxnSp>
        <p:nvCxnSpPr>
          <p:cNvPr id="321" name="Google Shape;321;p3"/>
          <p:cNvCxnSpPr/>
          <p:nvPr/>
        </p:nvCxnSpPr>
        <p:spPr>
          <a:xfrm>
            <a:off x="11055449" y="3201345"/>
            <a:ext cx="0" cy="2762100"/>
          </a:xfrm>
          <a:prstGeom prst="straightConnector1">
            <a:avLst/>
          </a:prstGeom>
          <a:noFill/>
          <a:ln cap="flat" cmpd="sng" w="38100">
            <a:solidFill>
              <a:srgbClr val="040912"/>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7"/>
          <p:cNvSpPr/>
          <p:nvPr/>
        </p:nvSpPr>
        <p:spPr>
          <a:xfrm>
            <a:off x="174025" y="7113"/>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327" name="Google Shape;327;p7"/>
          <p:cNvSpPr/>
          <p:nvPr/>
        </p:nvSpPr>
        <p:spPr>
          <a:xfrm>
            <a:off x="10031972" y="-1148714"/>
            <a:ext cx="2841003" cy="3083856"/>
          </a:xfrm>
          <a:custGeom>
            <a:rect b="b" l="l" r="r" t="t"/>
            <a:pathLst>
              <a:path extrusionOk="0" h="3083856" w="2841003">
                <a:moveTo>
                  <a:pt x="0" y="0"/>
                </a:moveTo>
                <a:lnTo>
                  <a:pt x="2841003" y="0"/>
                </a:lnTo>
                <a:lnTo>
                  <a:pt x="2841003" y="3083856"/>
                </a:lnTo>
                <a:lnTo>
                  <a:pt x="0" y="3083856"/>
                </a:lnTo>
                <a:lnTo>
                  <a:pt x="0" y="0"/>
                </a:lnTo>
                <a:close/>
              </a:path>
            </a:pathLst>
          </a:custGeom>
          <a:blipFill rotWithShape="1">
            <a:blip r:embed="rId4">
              <a:alphaModFix amt="19999"/>
            </a:blip>
            <a:stretch>
              <a:fillRect b="0" l="0" r="0" t="0"/>
            </a:stretch>
          </a:blipFill>
          <a:ln>
            <a:noFill/>
          </a:ln>
        </p:spPr>
      </p:sp>
      <p:sp>
        <p:nvSpPr>
          <p:cNvPr id="328" name="Google Shape;328;p7"/>
          <p:cNvSpPr/>
          <p:nvPr/>
        </p:nvSpPr>
        <p:spPr>
          <a:xfrm>
            <a:off x="9224619" y="2394663"/>
            <a:ext cx="6594789" cy="1830054"/>
          </a:xfrm>
          <a:custGeom>
            <a:rect b="b" l="l" r="r" t="t"/>
            <a:pathLst>
              <a:path extrusionOk="0" h="1830054" w="6594789">
                <a:moveTo>
                  <a:pt x="0" y="0"/>
                </a:moveTo>
                <a:lnTo>
                  <a:pt x="6594789" y="0"/>
                </a:lnTo>
                <a:lnTo>
                  <a:pt x="6594789" y="1830054"/>
                </a:lnTo>
                <a:lnTo>
                  <a:pt x="0" y="1830054"/>
                </a:lnTo>
                <a:lnTo>
                  <a:pt x="0" y="0"/>
                </a:lnTo>
                <a:close/>
              </a:path>
            </a:pathLst>
          </a:custGeom>
          <a:blipFill rotWithShape="1">
            <a:blip r:embed="rId5">
              <a:alphaModFix amt="60000"/>
            </a:blip>
            <a:stretch>
              <a:fillRect b="0" l="0" r="0" t="0"/>
            </a:stretch>
          </a:blipFill>
          <a:ln>
            <a:noFill/>
          </a:ln>
        </p:spPr>
      </p:sp>
      <p:sp>
        <p:nvSpPr>
          <p:cNvPr id="329" name="Google Shape;329;p7"/>
          <p:cNvSpPr/>
          <p:nvPr/>
        </p:nvSpPr>
        <p:spPr>
          <a:xfrm>
            <a:off x="9224619" y="4879791"/>
            <a:ext cx="6594789" cy="1830054"/>
          </a:xfrm>
          <a:custGeom>
            <a:rect b="b" l="l" r="r" t="t"/>
            <a:pathLst>
              <a:path extrusionOk="0" h="1830054" w="6594789">
                <a:moveTo>
                  <a:pt x="0" y="0"/>
                </a:moveTo>
                <a:lnTo>
                  <a:pt x="6594789" y="0"/>
                </a:lnTo>
                <a:lnTo>
                  <a:pt x="6594789" y="1830054"/>
                </a:lnTo>
                <a:lnTo>
                  <a:pt x="0" y="1830054"/>
                </a:lnTo>
                <a:lnTo>
                  <a:pt x="0" y="0"/>
                </a:lnTo>
                <a:close/>
              </a:path>
            </a:pathLst>
          </a:custGeom>
          <a:blipFill rotWithShape="1">
            <a:blip r:embed="rId5">
              <a:alphaModFix amt="60000"/>
            </a:blip>
            <a:stretch>
              <a:fillRect b="0" l="0" r="0" t="0"/>
            </a:stretch>
          </a:blipFill>
          <a:ln>
            <a:noFill/>
          </a:ln>
        </p:spPr>
      </p:sp>
      <p:sp>
        <p:nvSpPr>
          <p:cNvPr id="330" name="Google Shape;330;p7"/>
          <p:cNvSpPr/>
          <p:nvPr/>
        </p:nvSpPr>
        <p:spPr>
          <a:xfrm>
            <a:off x="9224619" y="7357545"/>
            <a:ext cx="6594789" cy="1830054"/>
          </a:xfrm>
          <a:custGeom>
            <a:rect b="b" l="l" r="r" t="t"/>
            <a:pathLst>
              <a:path extrusionOk="0" h="1830054" w="6594789">
                <a:moveTo>
                  <a:pt x="0" y="0"/>
                </a:moveTo>
                <a:lnTo>
                  <a:pt x="6594789" y="0"/>
                </a:lnTo>
                <a:lnTo>
                  <a:pt x="6594789" y="1830054"/>
                </a:lnTo>
                <a:lnTo>
                  <a:pt x="0" y="1830054"/>
                </a:lnTo>
                <a:lnTo>
                  <a:pt x="0" y="0"/>
                </a:lnTo>
                <a:close/>
              </a:path>
            </a:pathLst>
          </a:custGeom>
          <a:blipFill rotWithShape="1">
            <a:blip r:embed="rId5">
              <a:alphaModFix amt="60000"/>
            </a:blip>
            <a:stretch>
              <a:fillRect b="0" l="0" r="0" t="0"/>
            </a:stretch>
          </a:blipFill>
          <a:ln>
            <a:noFill/>
          </a:ln>
        </p:spPr>
      </p:sp>
      <p:grpSp>
        <p:nvGrpSpPr>
          <p:cNvPr id="331" name="Google Shape;331;p7"/>
          <p:cNvGrpSpPr/>
          <p:nvPr/>
        </p:nvGrpSpPr>
        <p:grpSpPr>
          <a:xfrm>
            <a:off x="8813763" y="1894577"/>
            <a:ext cx="7416477" cy="1493652"/>
            <a:chOff x="0" y="-57150"/>
            <a:chExt cx="1953298" cy="646099"/>
          </a:xfrm>
        </p:grpSpPr>
        <p:sp>
          <p:nvSpPr>
            <p:cNvPr id="332" name="Google Shape;332;p7"/>
            <p:cNvSpPr/>
            <p:nvPr/>
          </p:nvSpPr>
          <p:spPr>
            <a:xfrm>
              <a:off x="0" y="0"/>
              <a:ext cx="1953298" cy="588949"/>
            </a:xfrm>
            <a:custGeom>
              <a:rect b="b" l="l" r="r" t="t"/>
              <a:pathLst>
                <a:path extrusionOk="0" h="588949" w="1953298">
                  <a:moveTo>
                    <a:pt x="37580" y="0"/>
                  </a:moveTo>
                  <a:lnTo>
                    <a:pt x="1915718" y="0"/>
                  </a:lnTo>
                  <a:cubicBezTo>
                    <a:pt x="1925685" y="0"/>
                    <a:pt x="1935243" y="3959"/>
                    <a:pt x="1942291" y="11007"/>
                  </a:cubicBezTo>
                  <a:cubicBezTo>
                    <a:pt x="1949339" y="18055"/>
                    <a:pt x="1953298" y="27613"/>
                    <a:pt x="1953298" y="37580"/>
                  </a:cubicBezTo>
                  <a:lnTo>
                    <a:pt x="1953298" y="551369"/>
                  </a:lnTo>
                  <a:cubicBezTo>
                    <a:pt x="1953298" y="561336"/>
                    <a:pt x="1949339" y="570895"/>
                    <a:pt x="1942291" y="577942"/>
                  </a:cubicBezTo>
                  <a:cubicBezTo>
                    <a:pt x="1935243" y="584990"/>
                    <a:pt x="1925685" y="588949"/>
                    <a:pt x="1915718" y="588949"/>
                  </a:cubicBezTo>
                  <a:lnTo>
                    <a:pt x="37580" y="588949"/>
                  </a:lnTo>
                  <a:cubicBezTo>
                    <a:pt x="27613" y="588949"/>
                    <a:pt x="18055" y="584990"/>
                    <a:pt x="11007" y="577942"/>
                  </a:cubicBezTo>
                  <a:cubicBezTo>
                    <a:pt x="3959" y="570895"/>
                    <a:pt x="0" y="561336"/>
                    <a:pt x="0" y="551369"/>
                  </a:cubicBezTo>
                  <a:lnTo>
                    <a:pt x="0" y="37580"/>
                  </a:lnTo>
                  <a:cubicBezTo>
                    <a:pt x="0" y="27613"/>
                    <a:pt x="3959" y="18055"/>
                    <a:pt x="11007" y="11007"/>
                  </a:cubicBezTo>
                  <a:cubicBezTo>
                    <a:pt x="18055" y="3959"/>
                    <a:pt x="27613" y="0"/>
                    <a:pt x="37580" y="0"/>
                  </a:cubicBezTo>
                  <a:close/>
                </a:path>
              </a:pathLst>
            </a:custGeom>
            <a:solidFill>
              <a:srgbClr val="FFB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txBox="1"/>
            <p:nvPr/>
          </p:nvSpPr>
          <p:spPr>
            <a:xfrm>
              <a:off x="0" y="-57150"/>
              <a:ext cx="1953298" cy="646099"/>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7"/>
          <p:cNvSpPr/>
          <p:nvPr/>
        </p:nvSpPr>
        <p:spPr>
          <a:xfrm>
            <a:off x="9413980" y="2178621"/>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6">
              <a:alphaModFix/>
            </a:blip>
            <a:stretch>
              <a:fillRect b="0" l="0" r="0" t="0"/>
            </a:stretch>
          </a:blipFill>
          <a:ln>
            <a:noFill/>
          </a:ln>
        </p:spPr>
      </p:sp>
      <p:sp>
        <p:nvSpPr>
          <p:cNvPr id="335" name="Google Shape;335;p7"/>
          <p:cNvSpPr txBox="1"/>
          <p:nvPr/>
        </p:nvSpPr>
        <p:spPr>
          <a:xfrm>
            <a:off x="9413980" y="2849670"/>
            <a:ext cx="62160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0B315E"/>
                </a:solidFill>
                <a:latin typeface="Montserrat"/>
                <a:ea typeface="Montserrat"/>
                <a:cs typeface="Montserrat"/>
                <a:sym typeface="Montserrat"/>
              </a:rPr>
              <a:t>Pengenalan Coding Guidelines</a:t>
            </a:r>
            <a:endParaRPr/>
          </a:p>
        </p:txBody>
      </p:sp>
      <p:sp>
        <p:nvSpPr>
          <p:cNvPr id="336" name="Google Shape;336;p7"/>
          <p:cNvSpPr txBox="1"/>
          <p:nvPr/>
        </p:nvSpPr>
        <p:spPr>
          <a:xfrm>
            <a:off x="10175980" y="2166505"/>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040912"/>
                </a:solidFill>
                <a:latin typeface="League Spartan"/>
                <a:ea typeface="League Spartan"/>
                <a:cs typeface="League Spartan"/>
                <a:sym typeface="League Spartan"/>
              </a:rPr>
              <a:t>Literatur 1</a:t>
            </a:r>
            <a:endParaRPr/>
          </a:p>
        </p:txBody>
      </p:sp>
      <p:grpSp>
        <p:nvGrpSpPr>
          <p:cNvPr id="337" name="Google Shape;337;p7"/>
          <p:cNvGrpSpPr/>
          <p:nvPr/>
        </p:nvGrpSpPr>
        <p:grpSpPr>
          <a:xfrm>
            <a:off x="711800" y="2919077"/>
            <a:ext cx="7416485" cy="1598705"/>
            <a:chOff x="0" y="-57149"/>
            <a:chExt cx="1953300" cy="646098"/>
          </a:xfrm>
        </p:grpSpPr>
        <p:sp>
          <p:nvSpPr>
            <p:cNvPr id="338" name="Google Shape;338;p7"/>
            <p:cNvSpPr/>
            <p:nvPr/>
          </p:nvSpPr>
          <p:spPr>
            <a:xfrm>
              <a:off x="0" y="0"/>
              <a:ext cx="1953298" cy="588949"/>
            </a:xfrm>
            <a:custGeom>
              <a:rect b="b" l="l" r="r" t="t"/>
              <a:pathLst>
                <a:path extrusionOk="0" h="588949" w="1953298">
                  <a:moveTo>
                    <a:pt x="37580" y="0"/>
                  </a:moveTo>
                  <a:lnTo>
                    <a:pt x="1915718" y="0"/>
                  </a:lnTo>
                  <a:cubicBezTo>
                    <a:pt x="1925685" y="0"/>
                    <a:pt x="1935243" y="3959"/>
                    <a:pt x="1942291" y="11007"/>
                  </a:cubicBezTo>
                  <a:cubicBezTo>
                    <a:pt x="1949339" y="18055"/>
                    <a:pt x="1953298" y="27613"/>
                    <a:pt x="1953298" y="37580"/>
                  </a:cubicBezTo>
                  <a:lnTo>
                    <a:pt x="1953298" y="551369"/>
                  </a:lnTo>
                  <a:cubicBezTo>
                    <a:pt x="1953298" y="561336"/>
                    <a:pt x="1949339" y="570895"/>
                    <a:pt x="1942291" y="577942"/>
                  </a:cubicBezTo>
                  <a:cubicBezTo>
                    <a:pt x="1935243" y="584990"/>
                    <a:pt x="1925685" y="588949"/>
                    <a:pt x="1915718" y="588949"/>
                  </a:cubicBezTo>
                  <a:lnTo>
                    <a:pt x="37580" y="588949"/>
                  </a:lnTo>
                  <a:cubicBezTo>
                    <a:pt x="27613" y="588949"/>
                    <a:pt x="18055" y="584990"/>
                    <a:pt x="11007" y="577942"/>
                  </a:cubicBezTo>
                  <a:cubicBezTo>
                    <a:pt x="3959" y="570895"/>
                    <a:pt x="0" y="561336"/>
                    <a:pt x="0" y="551369"/>
                  </a:cubicBezTo>
                  <a:lnTo>
                    <a:pt x="0" y="37580"/>
                  </a:lnTo>
                  <a:cubicBezTo>
                    <a:pt x="0" y="27613"/>
                    <a:pt x="3959" y="18055"/>
                    <a:pt x="11007" y="11007"/>
                  </a:cubicBezTo>
                  <a:cubicBezTo>
                    <a:pt x="18055" y="3959"/>
                    <a:pt x="27613" y="0"/>
                    <a:pt x="3758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txBox="1"/>
            <p:nvPr/>
          </p:nvSpPr>
          <p:spPr>
            <a:xfrm>
              <a:off x="0" y="-57149"/>
              <a:ext cx="1953300" cy="4578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0" name="Google Shape;340;p7"/>
          <p:cNvSpPr/>
          <p:nvPr/>
        </p:nvSpPr>
        <p:spPr>
          <a:xfrm>
            <a:off x="1312180" y="3242454"/>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7">
              <a:alphaModFix/>
            </a:blip>
            <a:stretch>
              <a:fillRect b="0" l="0" r="0" t="0"/>
            </a:stretch>
          </a:blipFill>
          <a:ln>
            <a:noFill/>
          </a:ln>
        </p:spPr>
      </p:sp>
      <p:sp>
        <p:nvSpPr>
          <p:cNvPr id="341" name="Google Shape;341;p7"/>
          <p:cNvSpPr txBox="1"/>
          <p:nvPr/>
        </p:nvSpPr>
        <p:spPr>
          <a:xfrm>
            <a:off x="1312180" y="3913503"/>
            <a:ext cx="62160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FFFFFF"/>
                </a:solidFill>
                <a:latin typeface="Montserrat"/>
                <a:ea typeface="Montserrat"/>
                <a:cs typeface="Montserrat"/>
                <a:sym typeface="Montserrat"/>
              </a:rPr>
              <a:t>Prinsip Penulisan Kode yang Baik</a:t>
            </a:r>
            <a:endParaRPr/>
          </a:p>
        </p:txBody>
      </p:sp>
      <p:sp>
        <p:nvSpPr>
          <p:cNvPr id="342" name="Google Shape;342;p7"/>
          <p:cNvSpPr txBox="1"/>
          <p:nvPr/>
        </p:nvSpPr>
        <p:spPr>
          <a:xfrm>
            <a:off x="2074180" y="3230338"/>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FFFFFF"/>
                </a:solidFill>
                <a:latin typeface="League Spartan"/>
                <a:ea typeface="League Spartan"/>
                <a:cs typeface="League Spartan"/>
                <a:sym typeface="League Spartan"/>
              </a:rPr>
              <a:t>Literatur 2</a:t>
            </a:r>
            <a:endParaRPr/>
          </a:p>
        </p:txBody>
      </p:sp>
      <p:sp>
        <p:nvSpPr>
          <p:cNvPr id="343" name="Google Shape;343;p7"/>
          <p:cNvSpPr/>
          <p:nvPr/>
        </p:nvSpPr>
        <p:spPr>
          <a:xfrm>
            <a:off x="17111451" y="1240274"/>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8">
              <a:alphaModFix/>
            </a:blip>
            <a:stretch>
              <a:fillRect b="0" l="0" r="-25073" t="-23502"/>
            </a:stretch>
          </a:blipFill>
          <a:ln>
            <a:noFill/>
          </a:ln>
        </p:spPr>
      </p:sp>
      <p:grpSp>
        <p:nvGrpSpPr>
          <p:cNvPr id="344" name="Google Shape;344;p7"/>
          <p:cNvGrpSpPr/>
          <p:nvPr/>
        </p:nvGrpSpPr>
        <p:grpSpPr>
          <a:xfrm>
            <a:off x="16080215" y="-1771980"/>
            <a:ext cx="3811614" cy="3811614"/>
            <a:chOff x="0" y="0"/>
            <a:chExt cx="812800" cy="812800"/>
          </a:xfrm>
        </p:grpSpPr>
        <p:sp>
          <p:nvSpPr>
            <p:cNvPr id="345" name="Google Shape;34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7"/>
          <p:cNvSpPr/>
          <p:nvPr/>
        </p:nvSpPr>
        <p:spPr>
          <a:xfrm>
            <a:off x="15819408" y="345901"/>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9">
              <a:alphaModFix/>
            </a:blip>
            <a:stretch>
              <a:fillRect b="0" l="0" r="0" t="0"/>
            </a:stretch>
          </a:blipFill>
          <a:ln>
            <a:noFill/>
          </a:ln>
        </p:spPr>
      </p:sp>
      <p:grpSp>
        <p:nvGrpSpPr>
          <p:cNvPr id="348" name="Google Shape;348;p7"/>
          <p:cNvGrpSpPr/>
          <p:nvPr/>
        </p:nvGrpSpPr>
        <p:grpSpPr>
          <a:xfrm>
            <a:off x="-2184552" y="7759103"/>
            <a:ext cx="5195280" cy="5195280"/>
            <a:chOff x="0" y="0"/>
            <a:chExt cx="812800" cy="812800"/>
          </a:xfrm>
        </p:grpSpPr>
        <p:sp>
          <p:nvSpPr>
            <p:cNvPr id="349" name="Google Shape;349;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1" name="Google Shape;351;p7"/>
          <p:cNvSpPr/>
          <p:nvPr/>
        </p:nvSpPr>
        <p:spPr>
          <a:xfrm rot="10800000">
            <a:off x="313495" y="6298218"/>
            <a:ext cx="1298551" cy="2131731"/>
          </a:xfrm>
          <a:custGeom>
            <a:rect b="b" l="l" r="r" t="t"/>
            <a:pathLst>
              <a:path extrusionOk="0" h="2131731" w="1298551">
                <a:moveTo>
                  <a:pt x="0" y="0"/>
                </a:moveTo>
                <a:lnTo>
                  <a:pt x="1298551" y="0"/>
                </a:lnTo>
                <a:lnTo>
                  <a:pt x="1298551" y="2131731"/>
                </a:lnTo>
                <a:lnTo>
                  <a:pt x="0" y="2131731"/>
                </a:lnTo>
                <a:lnTo>
                  <a:pt x="0" y="0"/>
                </a:lnTo>
                <a:close/>
              </a:path>
            </a:pathLst>
          </a:custGeom>
          <a:blipFill rotWithShape="1">
            <a:blip r:embed="rId10">
              <a:alphaModFix/>
            </a:blip>
            <a:stretch>
              <a:fillRect b="0" l="0" r="-96305" t="0"/>
            </a:stretch>
          </a:blipFill>
          <a:ln>
            <a:noFill/>
          </a:ln>
        </p:spPr>
      </p:sp>
      <p:sp>
        <p:nvSpPr>
          <p:cNvPr id="352" name="Google Shape;352;p7"/>
          <p:cNvSpPr/>
          <p:nvPr/>
        </p:nvSpPr>
        <p:spPr>
          <a:xfrm>
            <a:off x="4189439" y="8745072"/>
            <a:ext cx="3445649" cy="3083856"/>
          </a:xfrm>
          <a:custGeom>
            <a:rect b="b" l="l" r="r" t="t"/>
            <a:pathLst>
              <a:path extrusionOk="0" h="3083856" w="3445649">
                <a:moveTo>
                  <a:pt x="0" y="0"/>
                </a:moveTo>
                <a:lnTo>
                  <a:pt x="3445650" y="0"/>
                </a:lnTo>
                <a:lnTo>
                  <a:pt x="3445650" y="3083856"/>
                </a:lnTo>
                <a:lnTo>
                  <a:pt x="0" y="3083856"/>
                </a:lnTo>
                <a:lnTo>
                  <a:pt x="0" y="0"/>
                </a:lnTo>
                <a:close/>
              </a:path>
            </a:pathLst>
          </a:custGeom>
          <a:blipFill rotWithShape="1">
            <a:blip r:embed="rId11">
              <a:alphaModFix amt="19999"/>
            </a:blip>
            <a:stretch>
              <a:fillRect b="0" l="0" r="0" t="0"/>
            </a:stretch>
          </a:blipFill>
          <a:ln>
            <a:noFill/>
          </a:ln>
        </p:spPr>
      </p:sp>
      <p:sp>
        <p:nvSpPr>
          <p:cNvPr id="353" name="Google Shape;353;p7"/>
          <p:cNvSpPr txBox="1"/>
          <p:nvPr/>
        </p:nvSpPr>
        <p:spPr>
          <a:xfrm>
            <a:off x="2154936" y="1040525"/>
            <a:ext cx="5229000" cy="1092900"/>
          </a:xfrm>
          <a:prstGeom prst="rect">
            <a:avLst/>
          </a:prstGeom>
          <a:noFill/>
          <a:ln>
            <a:noFill/>
          </a:ln>
        </p:spPr>
        <p:txBody>
          <a:bodyPr anchorCtr="0" anchor="t" bIns="0" lIns="0" spcFirstLastPara="1" rIns="0" wrap="square" tIns="0">
            <a:spAutoFit/>
          </a:bodyPr>
          <a:lstStyle/>
          <a:p>
            <a:pPr indent="0" lvl="0" marL="0" marR="0" rtl="0" algn="l">
              <a:lnSpc>
                <a:spcPct val="119982"/>
              </a:lnSpc>
              <a:spcBef>
                <a:spcPts val="0"/>
              </a:spcBef>
              <a:spcAft>
                <a:spcPts val="0"/>
              </a:spcAft>
              <a:buNone/>
            </a:pPr>
            <a:r>
              <a:rPr lang="en-US" sz="7100">
                <a:solidFill>
                  <a:srgbClr val="040912"/>
                </a:solidFill>
                <a:latin typeface="League Spartan"/>
                <a:ea typeface="League Spartan"/>
                <a:cs typeface="League Spartan"/>
                <a:sym typeface="League Spartan"/>
              </a:rPr>
              <a:t>OUTLINE</a:t>
            </a:r>
            <a:endParaRPr sz="2800"/>
          </a:p>
        </p:txBody>
      </p:sp>
      <p:grpSp>
        <p:nvGrpSpPr>
          <p:cNvPr id="354" name="Google Shape;354;p7"/>
          <p:cNvGrpSpPr/>
          <p:nvPr/>
        </p:nvGrpSpPr>
        <p:grpSpPr>
          <a:xfrm>
            <a:off x="0" y="-180826"/>
            <a:ext cx="7085539" cy="767277"/>
            <a:chOff x="0" y="-47625"/>
            <a:chExt cx="1866150" cy="202081"/>
          </a:xfrm>
        </p:grpSpPr>
        <p:sp>
          <p:nvSpPr>
            <p:cNvPr id="355" name="Google Shape;355;p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356" name="Google Shape;356;p7"/>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7"/>
          <p:cNvGrpSpPr/>
          <p:nvPr/>
        </p:nvGrpSpPr>
        <p:grpSpPr>
          <a:xfrm>
            <a:off x="11202461" y="9519723"/>
            <a:ext cx="7085539" cy="767277"/>
            <a:chOff x="0" y="-47625"/>
            <a:chExt cx="1866150" cy="202081"/>
          </a:xfrm>
        </p:grpSpPr>
        <p:sp>
          <p:nvSpPr>
            <p:cNvPr id="358" name="Google Shape;358;p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359" name="Google Shape;359;p7"/>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7"/>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12">
              <a:alphaModFix/>
            </a:blip>
            <a:stretch>
              <a:fillRect b="0" l="0" r="0" t="0"/>
            </a:stretch>
          </a:blipFill>
          <a:ln>
            <a:noFill/>
          </a:ln>
        </p:spPr>
      </p:sp>
      <p:sp>
        <p:nvSpPr>
          <p:cNvPr id="361" name="Google Shape;361;p7"/>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12">
              <a:alphaModFix/>
            </a:blip>
            <a:stretch>
              <a:fillRect b="0" l="0" r="0" t="0"/>
            </a:stretch>
          </a:blipFill>
          <a:ln>
            <a:noFill/>
          </a:ln>
        </p:spPr>
      </p:sp>
      <p:sp>
        <p:nvSpPr>
          <p:cNvPr id="362" name="Google Shape;362;p7"/>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13">
              <a:alphaModFix/>
            </a:blip>
            <a:stretch>
              <a:fillRect b="0" l="0" r="0" t="0"/>
            </a:stretch>
          </a:blipFill>
          <a:ln>
            <a:noFill/>
          </a:ln>
        </p:spPr>
      </p:sp>
      <p:grpSp>
        <p:nvGrpSpPr>
          <p:cNvPr id="363" name="Google Shape;363;p7"/>
          <p:cNvGrpSpPr/>
          <p:nvPr/>
        </p:nvGrpSpPr>
        <p:grpSpPr>
          <a:xfrm>
            <a:off x="8813850" y="4261765"/>
            <a:ext cx="7416485" cy="1493885"/>
            <a:chOff x="0" y="-57150"/>
            <a:chExt cx="1953300" cy="646200"/>
          </a:xfrm>
        </p:grpSpPr>
        <p:sp>
          <p:nvSpPr>
            <p:cNvPr id="364" name="Google Shape;364;p7"/>
            <p:cNvSpPr/>
            <p:nvPr/>
          </p:nvSpPr>
          <p:spPr>
            <a:xfrm>
              <a:off x="0" y="0"/>
              <a:ext cx="1953298" cy="588949"/>
            </a:xfrm>
            <a:custGeom>
              <a:rect b="b" l="l" r="r" t="t"/>
              <a:pathLst>
                <a:path extrusionOk="0" h="588949" w="1953298">
                  <a:moveTo>
                    <a:pt x="37580" y="0"/>
                  </a:moveTo>
                  <a:lnTo>
                    <a:pt x="1915718" y="0"/>
                  </a:lnTo>
                  <a:cubicBezTo>
                    <a:pt x="1925685" y="0"/>
                    <a:pt x="1935243" y="3959"/>
                    <a:pt x="1942291" y="11007"/>
                  </a:cubicBezTo>
                  <a:cubicBezTo>
                    <a:pt x="1949339" y="18055"/>
                    <a:pt x="1953298" y="27613"/>
                    <a:pt x="1953298" y="37580"/>
                  </a:cubicBezTo>
                  <a:lnTo>
                    <a:pt x="1953298" y="551369"/>
                  </a:lnTo>
                  <a:cubicBezTo>
                    <a:pt x="1953298" y="561336"/>
                    <a:pt x="1949339" y="570895"/>
                    <a:pt x="1942291" y="577942"/>
                  </a:cubicBezTo>
                  <a:cubicBezTo>
                    <a:pt x="1935243" y="584990"/>
                    <a:pt x="1925685" y="588949"/>
                    <a:pt x="1915718" y="588949"/>
                  </a:cubicBezTo>
                  <a:lnTo>
                    <a:pt x="37580" y="588949"/>
                  </a:lnTo>
                  <a:cubicBezTo>
                    <a:pt x="27613" y="588949"/>
                    <a:pt x="18055" y="584990"/>
                    <a:pt x="11007" y="577942"/>
                  </a:cubicBezTo>
                  <a:cubicBezTo>
                    <a:pt x="3959" y="570895"/>
                    <a:pt x="0" y="561336"/>
                    <a:pt x="0" y="551369"/>
                  </a:cubicBezTo>
                  <a:lnTo>
                    <a:pt x="0" y="37580"/>
                  </a:lnTo>
                  <a:cubicBezTo>
                    <a:pt x="0" y="27613"/>
                    <a:pt x="3959" y="18055"/>
                    <a:pt x="11007" y="11007"/>
                  </a:cubicBezTo>
                  <a:cubicBezTo>
                    <a:pt x="18055" y="3959"/>
                    <a:pt x="27613" y="0"/>
                    <a:pt x="37580" y="0"/>
                  </a:cubicBezTo>
                  <a:close/>
                </a:path>
              </a:pathLst>
            </a:custGeom>
            <a:solidFill>
              <a:srgbClr val="FFB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txBox="1"/>
            <p:nvPr/>
          </p:nvSpPr>
          <p:spPr>
            <a:xfrm>
              <a:off x="0" y="-57150"/>
              <a:ext cx="1953300" cy="646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6" name="Google Shape;366;p7"/>
          <p:cNvSpPr/>
          <p:nvPr/>
        </p:nvSpPr>
        <p:spPr>
          <a:xfrm>
            <a:off x="9414067" y="4545809"/>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6">
              <a:alphaModFix/>
            </a:blip>
            <a:stretch>
              <a:fillRect b="0" l="0" r="0" t="0"/>
            </a:stretch>
          </a:blipFill>
          <a:ln>
            <a:noFill/>
          </a:ln>
        </p:spPr>
      </p:sp>
      <p:sp>
        <p:nvSpPr>
          <p:cNvPr id="367" name="Google Shape;367;p7"/>
          <p:cNvSpPr txBox="1"/>
          <p:nvPr/>
        </p:nvSpPr>
        <p:spPr>
          <a:xfrm>
            <a:off x="9414068" y="5216858"/>
            <a:ext cx="62160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0B315E"/>
                </a:solidFill>
                <a:latin typeface="Montserrat"/>
                <a:ea typeface="Montserrat"/>
                <a:cs typeface="Montserrat"/>
                <a:sym typeface="Montserrat"/>
              </a:rPr>
              <a:t>Paradigma Pemrograman</a:t>
            </a:r>
            <a:endParaRPr/>
          </a:p>
        </p:txBody>
      </p:sp>
      <p:sp>
        <p:nvSpPr>
          <p:cNvPr id="368" name="Google Shape;368;p7"/>
          <p:cNvSpPr txBox="1"/>
          <p:nvPr/>
        </p:nvSpPr>
        <p:spPr>
          <a:xfrm>
            <a:off x="10176068" y="4533693"/>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040912"/>
                </a:solidFill>
                <a:latin typeface="League Spartan"/>
                <a:ea typeface="League Spartan"/>
                <a:cs typeface="League Spartan"/>
                <a:sym typeface="League Spartan"/>
              </a:rPr>
              <a:t>Literatur </a:t>
            </a:r>
            <a:r>
              <a:rPr lang="en-US" sz="2999">
                <a:solidFill>
                  <a:srgbClr val="040912"/>
                </a:solidFill>
                <a:latin typeface="League Spartan"/>
                <a:ea typeface="League Spartan"/>
                <a:cs typeface="League Spartan"/>
                <a:sym typeface="League Spartan"/>
              </a:rPr>
              <a:t>3</a:t>
            </a:r>
            <a:endParaRPr/>
          </a:p>
        </p:txBody>
      </p:sp>
      <p:grpSp>
        <p:nvGrpSpPr>
          <p:cNvPr id="369" name="Google Shape;369;p7"/>
          <p:cNvGrpSpPr/>
          <p:nvPr/>
        </p:nvGrpSpPr>
        <p:grpSpPr>
          <a:xfrm>
            <a:off x="711938" y="5435027"/>
            <a:ext cx="7416485" cy="1598705"/>
            <a:chOff x="0" y="-57149"/>
            <a:chExt cx="1953300" cy="646098"/>
          </a:xfrm>
        </p:grpSpPr>
        <p:sp>
          <p:nvSpPr>
            <p:cNvPr id="370" name="Google Shape;370;p7"/>
            <p:cNvSpPr/>
            <p:nvPr/>
          </p:nvSpPr>
          <p:spPr>
            <a:xfrm>
              <a:off x="0" y="0"/>
              <a:ext cx="1953298" cy="588949"/>
            </a:xfrm>
            <a:custGeom>
              <a:rect b="b" l="l" r="r" t="t"/>
              <a:pathLst>
                <a:path extrusionOk="0" h="588949" w="1953298">
                  <a:moveTo>
                    <a:pt x="37580" y="0"/>
                  </a:moveTo>
                  <a:lnTo>
                    <a:pt x="1915718" y="0"/>
                  </a:lnTo>
                  <a:cubicBezTo>
                    <a:pt x="1925685" y="0"/>
                    <a:pt x="1935243" y="3959"/>
                    <a:pt x="1942291" y="11007"/>
                  </a:cubicBezTo>
                  <a:cubicBezTo>
                    <a:pt x="1949339" y="18055"/>
                    <a:pt x="1953298" y="27613"/>
                    <a:pt x="1953298" y="37580"/>
                  </a:cubicBezTo>
                  <a:lnTo>
                    <a:pt x="1953298" y="551369"/>
                  </a:lnTo>
                  <a:cubicBezTo>
                    <a:pt x="1953298" y="561336"/>
                    <a:pt x="1949339" y="570895"/>
                    <a:pt x="1942291" y="577942"/>
                  </a:cubicBezTo>
                  <a:cubicBezTo>
                    <a:pt x="1935243" y="584990"/>
                    <a:pt x="1925685" y="588949"/>
                    <a:pt x="1915718" y="588949"/>
                  </a:cubicBezTo>
                  <a:lnTo>
                    <a:pt x="37580" y="588949"/>
                  </a:lnTo>
                  <a:cubicBezTo>
                    <a:pt x="27613" y="588949"/>
                    <a:pt x="18055" y="584990"/>
                    <a:pt x="11007" y="577942"/>
                  </a:cubicBezTo>
                  <a:cubicBezTo>
                    <a:pt x="3959" y="570895"/>
                    <a:pt x="0" y="561336"/>
                    <a:pt x="0" y="551369"/>
                  </a:cubicBezTo>
                  <a:lnTo>
                    <a:pt x="0" y="37580"/>
                  </a:lnTo>
                  <a:cubicBezTo>
                    <a:pt x="0" y="27613"/>
                    <a:pt x="3959" y="18055"/>
                    <a:pt x="11007" y="11007"/>
                  </a:cubicBezTo>
                  <a:cubicBezTo>
                    <a:pt x="18055" y="3959"/>
                    <a:pt x="27613" y="0"/>
                    <a:pt x="3758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7"/>
            <p:cNvSpPr txBox="1"/>
            <p:nvPr/>
          </p:nvSpPr>
          <p:spPr>
            <a:xfrm>
              <a:off x="0" y="-57149"/>
              <a:ext cx="1953300" cy="4578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2" name="Google Shape;372;p7"/>
          <p:cNvSpPr/>
          <p:nvPr/>
        </p:nvSpPr>
        <p:spPr>
          <a:xfrm>
            <a:off x="1312318" y="5758404"/>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7">
              <a:alphaModFix/>
            </a:blip>
            <a:stretch>
              <a:fillRect b="0" l="0" r="0" t="0"/>
            </a:stretch>
          </a:blipFill>
          <a:ln>
            <a:noFill/>
          </a:ln>
        </p:spPr>
      </p:sp>
      <p:sp>
        <p:nvSpPr>
          <p:cNvPr id="373" name="Google Shape;373;p7"/>
          <p:cNvSpPr txBox="1"/>
          <p:nvPr/>
        </p:nvSpPr>
        <p:spPr>
          <a:xfrm>
            <a:off x="1312318" y="6429452"/>
            <a:ext cx="62160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FFFFFF"/>
                </a:solidFill>
                <a:latin typeface="Montserrat"/>
                <a:ea typeface="Montserrat"/>
                <a:cs typeface="Montserrat"/>
                <a:sym typeface="Montserrat"/>
              </a:rPr>
              <a:t>Efisiensi &amp; Optimasi Kode</a:t>
            </a:r>
            <a:endParaRPr/>
          </a:p>
        </p:txBody>
      </p:sp>
      <p:sp>
        <p:nvSpPr>
          <p:cNvPr id="374" name="Google Shape;374;p7"/>
          <p:cNvSpPr txBox="1"/>
          <p:nvPr/>
        </p:nvSpPr>
        <p:spPr>
          <a:xfrm>
            <a:off x="2074318" y="5746288"/>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FFFFFF"/>
                </a:solidFill>
                <a:latin typeface="League Spartan"/>
                <a:ea typeface="League Spartan"/>
                <a:cs typeface="League Spartan"/>
                <a:sym typeface="League Spartan"/>
              </a:rPr>
              <a:t>Literatur </a:t>
            </a:r>
            <a:r>
              <a:rPr lang="en-US" sz="2999">
                <a:solidFill>
                  <a:srgbClr val="FFFFFF"/>
                </a:solidFill>
                <a:latin typeface="League Spartan"/>
                <a:ea typeface="League Spartan"/>
                <a:cs typeface="League Spartan"/>
                <a:sym typeface="League Spartan"/>
              </a:rPr>
              <a:t>4</a:t>
            </a:r>
            <a:endParaRPr/>
          </a:p>
        </p:txBody>
      </p:sp>
      <p:grpSp>
        <p:nvGrpSpPr>
          <p:cNvPr id="375" name="Google Shape;375;p7"/>
          <p:cNvGrpSpPr/>
          <p:nvPr/>
        </p:nvGrpSpPr>
        <p:grpSpPr>
          <a:xfrm>
            <a:off x="8813850" y="7136702"/>
            <a:ext cx="7416485" cy="1493885"/>
            <a:chOff x="0" y="-57150"/>
            <a:chExt cx="1953300" cy="646200"/>
          </a:xfrm>
        </p:grpSpPr>
        <p:sp>
          <p:nvSpPr>
            <p:cNvPr id="376" name="Google Shape;376;p7"/>
            <p:cNvSpPr/>
            <p:nvPr/>
          </p:nvSpPr>
          <p:spPr>
            <a:xfrm>
              <a:off x="0" y="0"/>
              <a:ext cx="1953298" cy="588949"/>
            </a:xfrm>
            <a:custGeom>
              <a:rect b="b" l="l" r="r" t="t"/>
              <a:pathLst>
                <a:path extrusionOk="0" h="588949" w="1953298">
                  <a:moveTo>
                    <a:pt x="37580" y="0"/>
                  </a:moveTo>
                  <a:lnTo>
                    <a:pt x="1915718" y="0"/>
                  </a:lnTo>
                  <a:cubicBezTo>
                    <a:pt x="1925685" y="0"/>
                    <a:pt x="1935243" y="3959"/>
                    <a:pt x="1942291" y="11007"/>
                  </a:cubicBezTo>
                  <a:cubicBezTo>
                    <a:pt x="1949339" y="18055"/>
                    <a:pt x="1953298" y="27613"/>
                    <a:pt x="1953298" y="37580"/>
                  </a:cubicBezTo>
                  <a:lnTo>
                    <a:pt x="1953298" y="551369"/>
                  </a:lnTo>
                  <a:cubicBezTo>
                    <a:pt x="1953298" y="561336"/>
                    <a:pt x="1949339" y="570895"/>
                    <a:pt x="1942291" y="577942"/>
                  </a:cubicBezTo>
                  <a:cubicBezTo>
                    <a:pt x="1935243" y="584990"/>
                    <a:pt x="1925685" y="588949"/>
                    <a:pt x="1915718" y="588949"/>
                  </a:cubicBezTo>
                  <a:lnTo>
                    <a:pt x="37580" y="588949"/>
                  </a:lnTo>
                  <a:cubicBezTo>
                    <a:pt x="27613" y="588949"/>
                    <a:pt x="18055" y="584990"/>
                    <a:pt x="11007" y="577942"/>
                  </a:cubicBezTo>
                  <a:cubicBezTo>
                    <a:pt x="3959" y="570895"/>
                    <a:pt x="0" y="561336"/>
                    <a:pt x="0" y="551369"/>
                  </a:cubicBezTo>
                  <a:lnTo>
                    <a:pt x="0" y="37580"/>
                  </a:lnTo>
                  <a:cubicBezTo>
                    <a:pt x="0" y="27613"/>
                    <a:pt x="3959" y="18055"/>
                    <a:pt x="11007" y="11007"/>
                  </a:cubicBezTo>
                  <a:cubicBezTo>
                    <a:pt x="18055" y="3959"/>
                    <a:pt x="27613" y="0"/>
                    <a:pt x="37580" y="0"/>
                  </a:cubicBezTo>
                  <a:close/>
                </a:path>
              </a:pathLst>
            </a:custGeom>
            <a:solidFill>
              <a:srgbClr val="FFB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7"/>
            <p:cNvSpPr txBox="1"/>
            <p:nvPr/>
          </p:nvSpPr>
          <p:spPr>
            <a:xfrm>
              <a:off x="0" y="-57150"/>
              <a:ext cx="1953300" cy="646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7"/>
          <p:cNvSpPr/>
          <p:nvPr/>
        </p:nvSpPr>
        <p:spPr>
          <a:xfrm>
            <a:off x="9414067" y="7420746"/>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6">
              <a:alphaModFix/>
            </a:blip>
            <a:stretch>
              <a:fillRect b="0" l="0" r="0" t="0"/>
            </a:stretch>
          </a:blipFill>
          <a:ln>
            <a:noFill/>
          </a:ln>
        </p:spPr>
      </p:sp>
      <p:sp>
        <p:nvSpPr>
          <p:cNvPr id="379" name="Google Shape;379;p7"/>
          <p:cNvSpPr txBox="1"/>
          <p:nvPr/>
        </p:nvSpPr>
        <p:spPr>
          <a:xfrm>
            <a:off x="9414068" y="8091795"/>
            <a:ext cx="62160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400">
                <a:solidFill>
                  <a:srgbClr val="0B315E"/>
                </a:solidFill>
                <a:latin typeface="Montserrat"/>
                <a:ea typeface="Montserrat"/>
                <a:cs typeface="Montserrat"/>
                <a:sym typeface="Montserrat"/>
              </a:rPr>
              <a:t>Penanganan Kesalahan (Error Handling)</a:t>
            </a:r>
            <a:endParaRPr/>
          </a:p>
        </p:txBody>
      </p:sp>
      <p:sp>
        <p:nvSpPr>
          <p:cNvPr id="380" name="Google Shape;380;p7"/>
          <p:cNvSpPr txBox="1"/>
          <p:nvPr/>
        </p:nvSpPr>
        <p:spPr>
          <a:xfrm>
            <a:off x="10176068" y="7408630"/>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040912"/>
                </a:solidFill>
                <a:latin typeface="League Spartan"/>
                <a:ea typeface="League Spartan"/>
                <a:cs typeface="League Spartan"/>
                <a:sym typeface="League Spartan"/>
              </a:rPr>
              <a:t>Literatur </a:t>
            </a:r>
            <a:r>
              <a:rPr lang="en-US" sz="2999">
                <a:solidFill>
                  <a:srgbClr val="040912"/>
                </a:solidFill>
                <a:latin typeface="League Spartan"/>
                <a:ea typeface="League Spartan"/>
                <a:cs typeface="League Spartan"/>
                <a:sym typeface="League Spartan"/>
              </a:rPr>
              <a:t>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grpSp>
        <p:nvGrpSpPr>
          <p:cNvPr id="386" name="Google Shape;386;p6"/>
          <p:cNvGrpSpPr/>
          <p:nvPr/>
        </p:nvGrpSpPr>
        <p:grpSpPr>
          <a:xfrm>
            <a:off x="17581435" y="-117747"/>
            <a:ext cx="2079765" cy="2079765"/>
            <a:chOff x="0" y="0"/>
            <a:chExt cx="812800" cy="812800"/>
          </a:xfrm>
        </p:grpSpPr>
        <p:sp>
          <p:nvSpPr>
            <p:cNvPr id="387" name="Google Shape;38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6"/>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9" name="Google Shape;389;p6"/>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19999"/>
            </a:blip>
            <a:stretch>
              <a:fillRect b="0" l="0" r="0" t="0"/>
            </a:stretch>
          </a:blipFill>
          <a:ln>
            <a:noFill/>
          </a:ln>
        </p:spPr>
      </p:sp>
      <p:sp>
        <p:nvSpPr>
          <p:cNvPr id="390" name="Google Shape;390;p6"/>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19999"/>
            </a:blip>
            <a:stretch>
              <a:fillRect b="0" l="0" r="0" t="0"/>
            </a:stretch>
          </a:blipFill>
          <a:ln>
            <a:noFill/>
          </a:ln>
        </p:spPr>
      </p:sp>
      <p:grpSp>
        <p:nvGrpSpPr>
          <p:cNvPr id="391" name="Google Shape;391;p6"/>
          <p:cNvGrpSpPr/>
          <p:nvPr/>
        </p:nvGrpSpPr>
        <p:grpSpPr>
          <a:xfrm>
            <a:off x="-3028412" y="2805165"/>
            <a:ext cx="3811614" cy="3811614"/>
            <a:chOff x="0" y="0"/>
            <a:chExt cx="812800" cy="812800"/>
          </a:xfrm>
        </p:grpSpPr>
        <p:sp>
          <p:nvSpPr>
            <p:cNvPr id="392" name="Google Shape;392;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6"/>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4" name="Google Shape;394;p6"/>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395" name="Google Shape;395;p6"/>
          <p:cNvGrpSpPr/>
          <p:nvPr/>
        </p:nvGrpSpPr>
        <p:grpSpPr>
          <a:xfrm>
            <a:off x="0" y="-180826"/>
            <a:ext cx="7085539" cy="767277"/>
            <a:chOff x="0" y="-47625"/>
            <a:chExt cx="1866150" cy="202081"/>
          </a:xfrm>
        </p:grpSpPr>
        <p:sp>
          <p:nvSpPr>
            <p:cNvPr id="396" name="Google Shape;396;p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397" name="Google Shape;397;p6"/>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8" name="Google Shape;398;p6"/>
          <p:cNvGrpSpPr/>
          <p:nvPr/>
        </p:nvGrpSpPr>
        <p:grpSpPr>
          <a:xfrm>
            <a:off x="11202461" y="9519723"/>
            <a:ext cx="7085539" cy="767277"/>
            <a:chOff x="0" y="-47625"/>
            <a:chExt cx="1866150" cy="202081"/>
          </a:xfrm>
        </p:grpSpPr>
        <p:sp>
          <p:nvSpPr>
            <p:cNvPr id="399" name="Google Shape;399;p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00" name="Google Shape;400;p6"/>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1" name="Google Shape;401;p6"/>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402" name="Google Shape;402;p6"/>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403" name="Google Shape;403;p6"/>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grpSp>
        <p:nvGrpSpPr>
          <p:cNvPr id="404" name="Google Shape;404;p6"/>
          <p:cNvGrpSpPr/>
          <p:nvPr/>
        </p:nvGrpSpPr>
        <p:grpSpPr>
          <a:xfrm>
            <a:off x="10676010" y="2181003"/>
            <a:ext cx="2079793" cy="2079793"/>
            <a:chOff x="0" y="0"/>
            <a:chExt cx="812800" cy="812800"/>
          </a:xfrm>
        </p:grpSpPr>
        <p:sp>
          <p:nvSpPr>
            <p:cNvPr id="405" name="Google Shape;405;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6000">
                  <a:solidFill>
                    <a:schemeClr val="lt1"/>
                  </a:solidFill>
                  <a:latin typeface="Montserrat"/>
                  <a:ea typeface="Montserrat"/>
                  <a:cs typeface="Montserrat"/>
                  <a:sym typeface="Montserrat"/>
                </a:rPr>
                <a:t>01</a:t>
              </a:r>
              <a:endParaRPr i="0" sz="6000" u="none" cap="none" strike="noStrike">
                <a:solidFill>
                  <a:schemeClr val="lt1"/>
                </a:solidFill>
                <a:latin typeface="Montserrat"/>
                <a:ea typeface="Montserrat"/>
                <a:cs typeface="Montserrat"/>
                <a:sym typeface="Montserrat"/>
              </a:endParaRPr>
            </a:p>
          </p:txBody>
        </p:sp>
      </p:grpSp>
      <p:sp>
        <p:nvSpPr>
          <p:cNvPr id="407" name="Google Shape;407;p6"/>
          <p:cNvSpPr txBox="1"/>
          <p:nvPr/>
        </p:nvSpPr>
        <p:spPr>
          <a:xfrm>
            <a:off x="10676000" y="4489050"/>
            <a:ext cx="6905400" cy="199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4700">
                <a:solidFill>
                  <a:srgbClr val="0B315E"/>
                </a:solidFill>
                <a:latin typeface="Montserrat SemiBold"/>
                <a:ea typeface="Montserrat SemiBold"/>
                <a:cs typeface="Montserrat SemiBold"/>
                <a:sym typeface="Montserrat SemiBold"/>
              </a:rPr>
              <a:t>Pengenalan Coding </a:t>
            </a:r>
            <a:r>
              <a:rPr lang="en-US" sz="4700">
                <a:solidFill>
                  <a:schemeClr val="accent6"/>
                </a:solidFill>
                <a:latin typeface="Montserrat SemiBold"/>
                <a:ea typeface="Montserrat SemiBold"/>
                <a:cs typeface="Montserrat SemiBold"/>
                <a:sym typeface="Montserrat SemiBold"/>
              </a:rPr>
              <a:t>Guidelines</a:t>
            </a:r>
            <a:endParaRPr sz="3700">
              <a:solidFill>
                <a:schemeClr val="accent6"/>
              </a:solidFill>
              <a:latin typeface="Montserrat SemiBold"/>
              <a:ea typeface="Montserrat SemiBold"/>
              <a:cs typeface="Montserrat SemiBold"/>
              <a:sym typeface="Montserrat SemiBold"/>
            </a:endParaRPr>
          </a:p>
        </p:txBody>
      </p:sp>
      <p:pic>
        <p:nvPicPr>
          <p:cNvPr id="408" name="Google Shape;408;p6"/>
          <p:cNvPicPr preferRelativeResize="0"/>
          <p:nvPr/>
        </p:nvPicPr>
        <p:blipFill>
          <a:blip r:embed="rId10">
            <a:alphaModFix/>
          </a:blip>
          <a:stretch>
            <a:fillRect/>
          </a:stretch>
        </p:blipFill>
        <p:spPr>
          <a:xfrm>
            <a:off x="110725" y="759575"/>
            <a:ext cx="8922550" cy="8922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6d7211e311_0_35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414" name="Google Shape;414;g36d7211e311_0_358"/>
          <p:cNvGrpSpPr/>
          <p:nvPr/>
        </p:nvGrpSpPr>
        <p:grpSpPr>
          <a:xfrm>
            <a:off x="404425" y="538273"/>
            <a:ext cx="17884193" cy="1526934"/>
            <a:chOff x="0" y="-47625"/>
            <a:chExt cx="1866300" cy="202200"/>
          </a:xfrm>
        </p:grpSpPr>
        <p:sp>
          <p:nvSpPr>
            <p:cNvPr id="415" name="Google Shape;415;g36d7211e311_0_35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416" name="Google Shape;416;g36d7211e311_0_358"/>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7" name="Google Shape;417;g36d7211e311_0_358"/>
          <p:cNvGrpSpPr/>
          <p:nvPr/>
        </p:nvGrpSpPr>
        <p:grpSpPr>
          <a:xfrm>
            <a:off x="17581435" y="-117747"/>
            <a:ext cx="2079793" cy="2079793"/>
            <a:chOff x="0" y="0"/>
            <a:chExt cx="812800" cy="812800"/>
          </a:xfrm>
        </p:grpSpPr>
        <p:sp>
          <p:nvSpPr>
            <p:cNvPr id="418" name="Google Shape;418;g36d7211e311_0_3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6d7211e311_0_358"/>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0" name="Google Shape;420;g36d7211e311_0_358"/>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421" name="Google Shape;421;g36d7211e311_0_358"/>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422" name="Google Shape;422;g36d7211e311_0_358"/>
          <p:cNvGrpSpPr/>
          <p:nvPr/>
        </p:nvGrpSpPr>
        <p:grpSpPr>
          <a:xfrm>
            <a:off x="-3028412" y="2805165"/>
            <a:ext cx="3811626" cy="3811626"/>
            <a:chOff x="0" y="0"/>
            <a:chExt cx="812800" cy="812800"/>
          </a:xfrm>
        </p:grpSpPr>
        <p:sp>
          <p:nvSpPr>
            <p:cNvPr id="423" name="Google Shape;423;g36d7211e311_0_3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6d7211e311_0_358"/>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5" name="Google Shape;425;g36d7211e311_0_358"/>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426" name="Google Shape;426;g36d7211e311_0_358"/>
          <p:cNvGrpSpPr/>
          <p:nvPr/>
        </p:nvGrpSpPr>
        <p:grpSpPr>
          <a:xfrm>
            <a:off x="0" y="-180827"/>
            <a:ext cx="7086154" cy="767733"/>
            <a:chOff x="0" y="-47625"/>
            <a:chExt cx="1866300" cy="202200"/>
          </a:xfrm>
        </p:grpSpPr>
        <p:sp>
          <p:nvSpPr>
            <p:cNvPr id="427" name="Google Shape;427;g36d7211e311_0_35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28" name="Google Shape;428;g36d7211e311_0_35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9" name="Google Shape;429;g36d7211e311_0_358"/>
          <p:cNvGrpSpPr/>
          <p:nvPr/>
        </p:nvGrpSpPr>
        <p:grpSpPr>
          <a:xfrm>
            <a:off x="11202461" y="9519722"/>
            <a:ext cx="7086154" cy="767733"/>
            <a:chOff x="0" y="-47625"/>
            <a:chExt cx="1866300" cy="202200"/>
          </a:xfrm>
        </p:grpSpPr>
        <p:sp>
          <p:nvSpPr>
            <p:cNvPr id="430" name="Google Shape;430;g36d7211e311_0_35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31" name="Google Shape;431;g36d7211e311_0_35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2" name="Google Shape;432;g36d7211e311_0_358"/>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433" name="Google Shape;433;g36d7211e311_0_358"/>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434" name="Google Shape;434;g36d7211e311_0_358"/>
          <p:cNvGrpSpPr/>
          <p:nvPr/>
        </p:nvGrpSpPr>
        <p:grpSpPr>
          <a:xfrm>
            <a:off x="10124713" y="-17227"/>
            <a:ext cx="620898" cy="620898"/>
            <a:chOff x="478220" y="346380"/>
            <a:chExt cx="812800" cy="812800"/>
          </a:xfrm>
        </p:grpSpPr>
        <p:sp>
          <p:nvSpPr>
            <p:cNvPr id="435" name="Google Shape;435;g36d7211e311_0_358"/>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6d7211e311_0_358"/>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01</a:t>
              </a:r>
              <a:endParaRPr i="0" sz="2000" u="none" cap="none" strike="noStrike">
                <a:solidFill>
                  <a:schemeClr val="lt1"/>
                </a:solidFill>
                <a:latin typeface="Montserrat"/>
                <a:ea typeface="Montserrat"/>
                <a:cs typeface="Montserrat"/>
                <a:sym typeface="Montserrat"/>
              </a:endParaRPr>
            </a:p>
          </p:txBody>
        </p:sp>
      </p:grpSp>
      <p:sp>
        <p:nvSpPr>
          <p:cNvPr id="437" name="Google Shape;437;g36d7211e311_0_358"/>
          <p:cNvSpPr txBox="1"/>
          <p:nvPr/>
        </p:nvSpPr>
        <p:spPr>
          <a:xfrm>
            <a:off x="10737775" y="46925"/>
            <a:ext cx="69054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rgbClr val="0B315E"/>
                </a:solidFill>
                <a:latin typeface="Montserrat SemiBold"/>
                <a:ea typeface="Montserrat SemiBold"/>
                <a:cs typeface="Montserrat SemiBold"/>
                <a:sym typeface="Montserrat SemiBold"/>
              </a:rPr>
              <a:t>Pengenalan Coding </a:t>
            </a:r>
            <a:r>
              <a:rPr lang="en-US" sz="2000">
                <a:solidFill>
                  <a:schemeClr val="accent6"/>
                </a:solidFill>
                <a:latin typeface="Montserrat SemiBold"/>
                <a:ea typeface="Montserrat SemiBold"/>
                <a:cs typeface="Montserrat SemiBold"/>
                <a:sym typeface="Montserrat SemiBold"/>
              </a:rPr>
              <a:t>Guidelines</a:t>
            </a:r>
            <a:endParaRPr sz="2000">
              <a:solidFill>
                <a:schemeClr val="accent6"/>
              </a:solidFill>
              <a:latin typeface="Montserrat SemiBold"/>
              <a:ea typeface="Montserrat SemiBold"/>
              <a:cs typeface="Montserrat SemiBold"/>
              <a:sym typeface="Montserrat SemiBold"/>
            </a:endParaRPr>
          </a:p>
        </p:txBody>
      </p:sp>
      <p:sp>
        <p:nvSpPr>
          <p:cNvPr id="438" name="Google Shape;438;g36d7211e311_0_358"/>
          <p:cNvSpPr txBox="1"/>
          <p:nvPr/>
        </p:nvSpPr>
        <p:spPr>
          <a:xfrm>
            <a:off x="8235025" y="4081913"/>
            <a:ext cx="91857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000">
                <a:latin typeface="Montserrat"/>
                <a:ea typeface="Montserrat"/>
                <a:cs typeface="Montserrat"/>
                <a:sym typeface="Montserrat"/>
              </a:rPr>
              <a:t>Pedoman penulisan kode yang disepakati bersama agar seluruh tim memiliki gaya kode yang konsisten dan mudah dipahami.</a:t>
            </a:r>
            <a:endParaRPr sz="4000">
              <a:latin typeface="Montserrat"/>
              <a:ea typeface="Montserrat"/>
              <a:cs typeface="Montserrat"/>
              <a:sym typeface="Montserrat"/>
            </a:endParaRPr>
          </a:p>
          <a:p>
            <a:pPr indent="0" lvl="0" marL="0" rtl="0" algn="l">
              <a:spcBef>
                <a:spcPts val="0"/>
              </a:spcBef>
              <a:spcAft>
                <a:spcPts val="0"/>
              </a:spcAft>
              <a:buNone/>
            </a:pPr>
            <a:r>
              <a:t/>
            </a:r>
            <a:endParaRPr sz="4000">
              <a:latin typeface="Montserrat"/>
              <a:ea typeface="Montserrat"/>
              <a:cs typeface="Montserrat"/>
              <a:sym typeface="Montserrat"/>
            </a:endParaRPr>
          </a:p>
        </p:txBody>
      </p:sp>
      <p:grpSp>
        <p:nvGrpSpPr>
          <p:cNvPr id="439" name="Google Shape;439;g36d7211e311_0_358"/>
          <p:cNvGrpSpPr/>
          <p:nvPr/>
        </p:nvGrpSpPr>
        <p:grpSpPr>
          <a:xfrm>
            <a:off x="-71075" y="-117750"/>
            <a:ext cx="620918" cy="2182951"/>
            <a:chOff x="0" y="-47625"/>
            <a:chExt cx="1866300" cy="202200"/>
          </a:xfrm>
        </p:grpSpPr>
        <p:sp>
          <p:nvSpPr>
            <p:cNvPr id="440" name="Google Shape;440;g36d7211e311_0_35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41" name="Google Shape;441;g36d7211e311_0_35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g36d7211e311_0_358"/>
          <p:cNvGrpSpPr/>
          <p:nvPr/>
        </p:nvGrpSpPr>
        <p:grpSpPr>
          <a:xfrm>
            <a:off x="16364200" y="1"/>
            <a:ext cx="2079805" cy="2079809"/>
            <a:chOff x="0" y="-47625"/>
            <a:chExt cx="1866300" cy="202200"/>
          </a:xfrm>
        </p:grpSpPr>
        <p:sp>
          <p:nvSpPr>
            <p:cNvPr id="443" name="Google Shape;443;g36d7211e311_0_35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44" name="Google Shape;444;g36d7211e311_0_35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5" name="Google Shape;445;g36d7211e311_0_358"/>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446" name="Google Shape;446;g36d7211e311_0_358"/>
          <p:cNvSpPr txBox="1"/>
          <p:nvPr/>
        </p:nvSpPr>
        <p:spPr>
          <a:xfrm>
            <a:off x="679750" y="870788"/>
            <a:ext cx="9185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Apa itu Coding Guidelines?</a:t>
            </a:r>
            <a:endParaRPr sz="4400">
              <a:solidFill>
                <a:schemeClr val="dk2"/>
              </a:solidFill>
              <a:latin typeface="Montserrat SemiBold"/>
              <a:ea typeface="Montserrat SemiBold"/>
              <a:cs typeface="Montserrat SemiBold"/>
              <a:sym typeface="Montserrat SemiBold"/>
            </a:endParaRPr>
          </a:p>
        </p:txBody>
      </p:sp>
      <p:pic>
        <p:nvPicPr>
          <p:cNvPr id="447" name="Google Shape;447;g36d7211e311_0_358"/>
          <p:cNvPicPr preferRelativeResize="0"/>
          <p:nvPr/>
        </p:nvPicPr>
        <p:blipFill>
          <a:blip r:embed="rId10">
            <a:alphaModFix/>
          </a:blip>
          <a:stretch>
            <a:fillRect/>
          </a:stretch>
        </p:blipFill>
        <p:spPr>
          <a:xfrm>
            <a:off x="872813" y="2559950"/>
            <a:ext cx="7272613" cy="6222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6d7211e311_0_48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453" name="Google Shape;453;g36d7211e311_0_487"/>
          <p:cNvGrpSpPr/>
          <p:nvPr/>
        </p:nvGrpSpPr>
        <p:grpSpPr>
          <a:xfrm>
            <a:off x="404425" y="538273"/>
            <a:ext cx="17884193" cy="1526934"/>
            <a:chOff x="0" y="-47625"/>
            <a:chExt cx="1866300" cy="202200"/>
          </a:xfrm>
        </p:grpSpPr>
        <p:sp>
          <p:nvSpPr>
            <p:cNvPr id="454" name="Google Shape;454;g36d7211e311_0_48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455" name="Google Shape;455;g36d7211e311_0_487"/>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6" name="Google Shape;456;g36d7211e311_0_487"/>
          <p:cNvGrpSpPr/>
          <p:nvPr/>
        </p:nvGrpSpPr>
        <p:grpSpPr>
          <a:xfrm>
            <a:off x="17581435" y="-117747"/>
            <a:ext cx="2079793" cy="2079793"/>
            <a:chOff x="0" y="0"/>
            <a:chExt cx="812800" cy="812800"/>
          </a:xfrm>
        </p:grpSpPr>
        <p:sp>
          <p:nvSpPr>
            <p:cNvPr id="457" name="Google Shape;457;g36d7211e311_0_48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6d7211e311_0_48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9" name="Google Shape;459;g36d7211e311_0_487"/>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460" name="Google Shape;460;g36d7211e311_0_487"/>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461" name="Google Shape;461;g36d7211e311_0_487"/>
          <p:cNvGrpSpPr/>
          <p:nvPr/>
        </p:nvGrpSpPr>
        <p:grpSpPr>
          <a:xfrm>
            <a:off x="-3028412" y="2805165"/>
            <a:ext cx="3811626" cy="3811626"/>
            <a:chOff x="0" y="0"/>
            <a:chExt cx="812800" cy="812800"/>
          </a:xfrm>
        </p:grpSpPr>
        <p:sp>
          <p:nvSpPr>
            <p:cNvPr id="462" name="Google Shape;462;g36d7211e311_0_48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6d7211e311_0_48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4" name="Google Shape;464;g36d7211e311_0_487"/>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465" name="Google Shape;465;g36d7211e311_0_487"/>
          <p:cNvGrpSpPr/>
          <p:nvPr/>
        </p:nvGrpSpPr>
        <p:grpSpPr>
          <a:xfrm>
            <a:off x="0" y="-180827"/>
            <a:ext cx="7086154" cy="767733"/>
            <a:chOff x="0" y="-47625"/>
            <a:chExt cx="1866300" cy="202200"/>
          </a:xfrm>
        </p:grpSpPr>
        <p:sp>
          <p:nvSpPr>
            <p:cNvPr id="466" name="Google Shape;466;g36d7211e311_0_48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67" name="Google Shape;467;g36d7211e311_0_48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8" name="Google Shape;468;g36d7211e311_0_487"/>
          <p:cNvGrpSpPr/>
          <p:nvPr/>
        </p:nvGrpSpPr>
        <p:grpSpPr>
          <a:xfrm>
            <a:off x="11202461" y="9519722"/>
            <a:ext cx="7086154" cy="767733"/>
            <a:chOff x="0" y="-47625"/>
            <a:chExt cx="1866300" cy="202200"/>
          </a:xfrm>
        </p:grpSpPr>
        <p:sp>
          <p:nvSpPr>
            <p:cNvPr id="469" name="Google Shape;469;g36d7211e311_0_48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70" name="Google Shape;470;g36d7211e311_0_48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1" name="Google Shape;471;g36d7211e311_0_487"/>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472" name="Google Shape;472;g36d7211e311_0_487"/>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473" name="Google Shape;473;g36d7211e311_0_487"/>
          <p:cNvGrpSpPr/>
          <p:nvPr/>
        </p:nvGrpSpPr>
        <p:grpSpPr>
          <a:xfrm>
            <a:off x="10124713" y="-17227"/>
            <a:ext cx="620898" cy="620898"/>
            <a:chOff x="478220" y="346380"/>
            <a:chExt cx="812800" cy="812800"/>
          </a:xfrm>
        </p:grpSpPr>
        <p:sp>
          <p:nvSpPr>
            <p:cNvPr id="474" name="Google Shape;474;g36d7211e311_0_487"/>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36d7211e311_0_487"/>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01</a:t>
              </a:r>
              <a:endParaRPr i="0" sz="2000" u="none" cap="none" strike="noStrike">
                <a:solidFill>
                  <a:schemeClr val="lt1"/>
                </a:solidFill>
                <a:latin typeface="Montserrat"/>
                <a:ea typeface="Montserrat"/>
                <a:cs typeface="Montserrat"/>
                <a:sym typeface="Montserrat"/>
              </a:endParaRPr>
            </a:p>
          </p:txBody>
        </p:sp>
      </p:grpSp>
      <p:sp>
        <p:nvSpPr>
          <p:cNvPr id="476" name="Google Shape;476;g36d7211e311_0_487"/>
          <p:cNvSpPr txBox="1"/>
          <p:nvPr/>
        </p:nvSpPr>
        <p:spPr>
          <a:xfrm>
            <a:off x="10737775" y="46925"/>
            <a:ext cx="69054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rgbClr val="0B315E"/>
                </a:solidFill>
                <a:latin typeface="Montserrat SemiBold"/>
                <a:ea typeface="Montserrat SemiBold"/>
                <a:cs typeface="Montserrat SemiBold"/>
                <a:sym typeface="Montserrat SemiBold"/>
              </a:rPr>
              <a:t>Pengenalan Coding </a:t>
            </a:r>
            <a:r>
              <a:rPr lang="en-US" sz="2000">
                <a:solidFill>
                  <a:schemeClr val="accent6"/>
                </a:solidFill>
                <a:latin typeface="Montserrat SemiBold"/>
                <a:ea typeface="Montserrat SemiBold"/>
                <a:cs typeface="Montserrat SemiBold"/>
                <a:sym typeface="Montserrat SemiBold"/>
              </a:rPr>
              <a:t>Guidelines</a:t>
            </a:r>
            <a:endParaRPr sz="2000">
              <a:solidFill>
                <a:schemeClr val="accent6"/>
              </a:solidFill>
              <a:latin typeface="Montserrat SemiBold"/>
              <a:ea typeface="Montserrat SemiBold"/>
              <a:cs typeface="Montserrat SemiBold"/>
              <a:sym typeface="Montserrat SemiBold"/>
            </a:endParaRPr>
          </a:p>
        </p:txBody>
      </p:sp>
      <p:grpSp>
        <p:nvGrpSpPr>
          <p:cNvPr id="477" name="Google Shape;477;g36d7211e311_0_487"/>
          <p:cNvGrpSpPr/>
          <p:nvPr/>
        </p:nvGrpSpPr>
        <p:grpSpPr>
          <a:xfrm>
            <a:off x="-71075" y="-117750"/>
            <a:ext cx="620918" cy="2182951"/>
            <a:chOff x="0" y="-47625"/>
            <a:chExt cx="1866300" cy="202200"/>
          </a:xfrm>
        </p:grpSpPr>
        <p:sp>
          <p:nvSpPr>
            <p:cNvPr id="478" name="Google Shape;478;g36d7211e311_0_48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79" name="Google Shape;479;g36d7211e311_0_48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g36d7211e311_0_487"/>
          <p:cNvGrpSpPr/>
          <p:nvPr/>
        </p:nvGrpSpPr>
        <p:grpSpPr>
          <a:xfrm>
            <a:off x="16364200" y="1"/>
            <a:ext cx="2079805" cy="2079809"/>
            <a:chOff x="0" y="-47625"/>
            <a:chExt cx="1866300" cy="202200"/>
          </a:xfrm>
        </p:grpSpPr>
        <p:sp>
          <p:nvSpPr>
            <p:cNvPr id="481" name="Google Shape;481;g36d7211e311_0_48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482" name="Google Shape;482;g36d7211e311_0_48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3" name="Google Shape;483;g36d7211e311_0_487"/>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484" name="Google Shape;484;g36d7211e311_0_487"/>
          <p:cNvSpPr txBox="1"/>
          <p:nvPr/>
        </p:nvSpPr>
        <p:spPr>
          <a:xfrm>
            <a:off x="679750" y="870788"/>
            <a:ext cx="9185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Manfaat </a:t>
            </a:r>
            <a:r>
              <a:rPr lang="en-US" sz="4400">
                <a:solidFill>
                  <a:schemeClr val="dk2"/>
                </a:solidFill>
                <a:latin typeface="Montserrat SemiBold"/>
                <a:ea typeface="Montserrat SemiBold"/>
                <a:cs typeface="Montserrat SemiBold"/>
                <a:sym typeface="Montserrat SemiBold"/>
              </a:rPr>
              <a:t>Coding Guidelines</a:t>
            </a:r>
            <a:endParaRPr sz="4400">
              <a:solidFill>
                <a:schemeClr val="dk2"/>
              </a:solidFill>
              <a:latin typeface="Montserrat SemiBold"/>
              <a:ea typeface="Montserrat SemiBold"/>
              <a:cs typeface="Montserrat SemiBold"/>
              <a:sym typeface="Montserrat SemiBold"/>
            </a:endParaRPr>
          </a:p>
        </p:txBody>
      </p:sp>
      <p:sp>
        <p:nvSpPr>
          <p:cNvPr id="485" name="Google Shape;485;g36d7211e311_0_487"/>
          <p:cNvSpPr txBox="1"/>
          <p:nvPr/>
        </p:nvSpPr>
        <p:spPr>
          <a:xfrm>
            <a:off x="8854150" y="3668325"/>
            <a:ext cx="8425500" cy="4248300"/>
          </a:xfrm>
          <a:prstGeom prst="rect">
            <a:avLst/>
          </a:prstGeom>
          <a:noFill/>
          <a:ln>
            <a:noFill/>
          </a:ln>
        </p:spPr>
        <p:txBody>
          <a:bodyPr anchorCtr="0" anchor="t" bIns="91425" lIns="91425" spcFirstLastPara="1" rIns="91425" wrap="square" tIns="91425">
            <a:spAutoFit/>
          </a:bodyPr>
          <a:lstStyle/>
          <a:p>
            <a:pPr indent="-508000" lvl="0" marL="457200" rtl="0" algn="l">
              <a:spcBef>
                <a:spcPts val="0"/>
              </a:spcBef>
              <a:spcAft>
                <a:spcPts val="0"/>
              </a:spcAft>
              <a:buClr>
                <a:schemeClr val="dk1"/>
              </a:buClr>
              <a:buSzPts val="4400"/>
              <a:buFont typeface="Montserrat"/>
              <a:buChar char="✅"/>
            </a:pPr>
            <a:r>
              <a:rPr lang="en-US" sz="4400">
                <a:solidFill>
                  <a:schemeClr val="dk1"/>
                </a:solidFill>
                <a:latin typeface="Montserrat"/>
                <a:ea typeface="Montserrat"/>
                <a:cs typeface="Montserrat"/>
                <a:sym typeface="Montserrat"/>
              </a:rPr>
              <a:t>Kode lebih mudah dibaca</a:t>
            </a:r>
            <a:endParaRPr sz="4400">
              <a:solidFill>
                <a:schemeClr val="dk1"/>
              </a:solidFill>
              <a:latin typeface="Montserrat"/>
              <a:ea typeface="Montserrat"/>
              <a:cs typeface="Montserrat"/>
              <a:sym typeface="Montserrat"/>
            </a:endParaRPr>
          </a:p>
          <a:p>
            <a:pPr indent="0" lvl="0" marL="457200" rtl="0" algn="l">
              <a:spcBef>
                <a:spcPts val="0"/>
              </a:spcBef>
              <a:spcAft>
                <a:spcPts val="0"/>
              </a:spcAft>
              <a:buNone/>
            </a:pPr>
            <a:r>
              <a:t/>
            </a:r>
            <a:endParaRPr sz="4400">
              <a:solidFill>
                <a:schemeClr val="dk1"/>
              </a:solidFill>
              <a:latin typeface="Montserrat"/>
              <a:ea typeface="Montserrat"/>
              <a:cs typeface="Montserrat"/>
              <a:sym typeface="Montserrat"/>
            </a:endParaRPr>
          </a:p>
          <a:p>
            <a:pPr indent="-508000" lvl="0" marL="457200" rtl="0" algn="l">
              <a:spcBef>
                <a:spcPts val="0"/>
              </a:spcBef>
              <a:spcAft>
                <a:spcPts val="0"/>
              </a:spcAft>
              <a:buClr>
                <a:schemeClr val="dk1"/>
              </a:buClr>
              <a:buSzPts val="4400"/>
              <a:buFont typeface="Montserrat"/>
              <a:buChar char="✅"/>
            </a:pPr>
            <a:r>
              <a:rPr lang="en-US" sz="4400">
                <a:solidFill>
                  <a:schemeClr val="dk1"/>
                </a:solidFill>
                <a:latin typeface="Montserrat"/>
                <a:ea typeface="Montserrat"/>
                <a:cs typeface="Montserrat"/>
                <a:sym typeface="Montserrat"/>
              </a:rPr>
              <a:t>Meminimalkan bug</a:t>
            </a:r>
            <a:endParaRPr sz="4400">
              <a:solidFill>
                <a:schemeClr val="dk1"/>
              </a:solidFill>
              <a:latin typeface="Montserrat"/>
              <a:ea typeface="Montserrat"/>
              <a:cs typeface="Montserrat"/>
              <a:sym typeface="Montserrat"/>
            </a:endParaRPr>
          </a:p>
          <a:p>
            <a:pPr indent="0" lvl="0" marL="457200" rtl="0" algn="l">
              <a:spcBef>
                <a:spcPts val="0"/>
              </a:spcBef>
              <a:spcAft>
                <a:spcPts val="0"/>
              </a:spcAft>
              <a:buNone/>
            </a:pPr>
            <a:r>
              <a:t/>
            </a:r>
            <a:endParaRPr sz="4400">
              <a:solidFill>
                <a:schemeClr val="dk1"/>
              </a:solidFill>
              <a:latin typeface="Montserrat"/>
              <a:ea typeface="Montserrat"/>
              <a:cs typeface="Montserrat"/>
              <a:sym typeface="Montserrat"/>
            </a:endParaRPr>
          </a:p>
          <a:p>
            <a:pPr indent="-508000" lvl="0" marL="457200" rtl="0" algn="l">
              <a:spcBef>
                <a:spcPts val="0"/>
              </a:spcBef>
              <a:spcAft>
                <a:spcPts val="0"/>
              </a:spcAft>
              <a:buClr>
                <a:schemeClr val="dk1"/>
              </a:buClr>
              <a:buSzPts val="4400"/>
              <a:buFont typeface="Montserrat"/>
              <a:buChar char="✅"/>
            </a:pPr>
            <a:r>
              <a:rPr lang="en-US" sz="4400">
                <a:solidFill>
                  <a:schemeClr val="dk1"/>
                </a:solidFill>
                <a:latin typeface="Montserrat"/>
                <a:ea typeface="Montserrat"/>
                <a:cs typeface="Montserrat"/>
                <a:sym typeface="Montserrat"/>
              </a:rPr>
              <a:t>Memudahkan kolaborasi    antar programmer</a:t>
            </a:r>
            <a:endParaRPr sz="4400">
              <a:solidFill>
                <a:schemeClr val="dk1"/>
              </a:solidFill>
              <a:latin typeface="Montserrat"/>
              <a:ea typeface="Montserrat"/>
              <a:cs typeface="Montserrat"/>
              <a:sym typeface="Montserrat"/>
            </a:endParaRPr>
          </a:p>
        </p:txBody>
      </p:sp>
      <p:pic>
        <p:nvPicPr>
          <p:cNvPr id="486" name="Google Shape;486;g36d7211e311_0_487"/>
          <p:cNvPicPr preferRelativeResize="0"/>
          <p:nvPr/>
        </p:nvPicPr>
        <p:blipFill>
          <a:blip r:embed="rId10">
            <a:alphaModFix/>
          </a:blip>
          <a:stretch>
            <a:fillRect/>
          </a:stretch>
        </p:blipFill>
        <p:spPr>
          <a:xfrm>
            <a:off x="872813" y="2559950"/>
            <a:ext cx="7272613" cy="6222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6d7211e311_0_24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492" name="Google Shape;492;g36d7211e311_0_249"/>
          <p:cNvGrpSpPr/>
          <p:nvPr/>
        </p:nvGrpSpPr>
        <p:grpSpPr>
          <a:xfrm>
            <a:off x="17581435" y="-117747"/>
            <a:ext cx="2079793" cy="2079793"/>
            <a:chOff x="0" y="0"/>
            <a:chExt cx="812800" cy="812800"/>
          </a:xfrm>
        </p:grpSpPr>
        <p:sp>
          <p:nvSpPr>
            <p:cNvPr id="493" name="Google Shape;493;g36d7211e311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6d7211e311_0_24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5" name="Google Shape;495;g36d7211e311_0_249"/>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496" name="Google Shape;496;g36d7211e311_0_249"/>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497" name="Google Shape;497;g36d7211e311_0_249"/>
          <p:cNvGrpSpPr/>
          <p:nvPr/>
        </p:nvGrpSpPr>
        <p:grpSpPr>
          <a:xfrm>
            <a:off x="-3028412" y="2805165"/>
            <a:ext cx="3811626" cy="3811626"/>
            <a:chOff x="0" y="0"/>
            <a:chExt cx="812800" cy="812800"/>
          </a:xfrm>
        </p:grpSpPr>
        <p:sp>
          <p:nvSpPr>
            <p:cNvPr id="498" name="Google Shape;498;g36d7211e311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6d7211e311_0_24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0" name="Google Shape;500;g36d7211e311_0_249"/>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501" name="Google Shape;501;g36d7211e311_0_249"/>
          <p:cNvGrpSpPr/>
          <p:nvPr/>
        </p:nvGrpSpPr>
        <p:grpSpPr>
          <a:xfrm>
            <a:off x="0" y="-180827"/>
            <a:ext cx="7086154" cy="767733"/>
            <a:chOff x="0" y="-47625"/>
            <a:chExt cx="1866300" cy="202200"/>
          </a:xfrm>
        </p:grpSpPr>
        <p:sp>
          <p:nvSpPr>
            <p:cNvPr id="502" name="Google Shape;502;g36d7211e311_0_249"/>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03" name="Google Shape;503;g36d7211e311_0_249"/>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4" name="Google Shape;504;g36d7211e311_0_249"/>
          <p:cNvGrpSpPr/>
          <p:nvPr/>
        </p:nvGrpSpPr>
        <p:grpSpPr>
          <a:xfrm>
            <a:off x="11202461" y="9519722"/>
            <a:ext cx="7086154" cy="767733"/>
            <a:chOff x="0" y="-47625"/>
            <a:chExt cx="1866300" cy="202200"/>
          </a:xfrm>
        </p:grpSpPr>
        <p:sp>
          <p:nvSpPr>
            <p:cNvPr id="505" name="Google Shape;505;g36d7211e311_0_249"/>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06" name="Google Shape;506;g36d7211e311_0_249"/>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7" name="Google Shape;507;g36d7211e311_0_249"/>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508" name="Google Shape;508;g36d7211e311_0_249"/>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509" name="Google Shape;509;g36d7211e311_0_249"/>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grpSp>
        <p:nvGrpSpPr>
          <p:cNvPr id="510" name="Google Shape;510;g36d7211e311_0_249"/>
          <p:cNvGrpSpPr/>
          <p:nvPr/>
        </p:nvGrpSpPr>
        <p:grpSpPr>
          <a:xfrm>
            <a:off x="10676010" y="2181003"/>
            <a:ext cx="2079793" cy="2079793"/>
            <a:chOff x="0" y="0"/>
            <a:chExt cx="812800" cy="812800"/>
          </a:xfrm>
        </p:grpSpPr>
        <p:sp>
          <p:nvSpPr>
            <p:cNvPr id="511" name="Google Shape;511;g36d7211e311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6d7211e311_0_24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6000">
                  <a:solidFill>
                    <a:schemeClr val="lt1"/>
                  </a:solidFill>
                  <a:latin typeface="Montserrat"/>
                  <a:ea typeface="Montserrat"/>
                  <a:cs typeface="Montserrat"/>
                  <a:sym typeface="Montserrat"/>
                </a:rPr>
                <a:t>02</a:t>
              </a:r>
              <a:endParaRPr i="0" sz="6000" u="none" cap="none" strike="noStrike">
                <a:solidFill>
                  <a:schemeClr val="lt1"/>
                </a:solidFill>
                <a:latin typeface="Montserrat"/>
                <a:ea typeface="Montserrat"/>
                <a:cs typeface="Montserrat"/>
                <a:sym typeface="Montserrat"/>
              </a:endParaRPr>
            </a:p>
          </p:txBody>
        </p:sp>
      </p:grpSp>
      <p:sp>
        <p:nvSpPr>
          <p:cNvPr id="513" name="Google Shape;513;g36d7211e311_0_249"/>
          <p:cNvSpPr txBox="1"/>
          <p:nvPr/>
        </p:nvSpPr>
        <p:spPr>
          <a:xfrm>
            <a:off x="10676000" y="4489050"/>
            <a:ext cx="6905400" cy="199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4700">
                <a:solidFill>
                  <a:schemeClr val="accent6"/>
                </a:solidFill>
                <a:latin typeface="Montserrat SemiBold"/>
                <a:ea typeface="Montserrat SemiBold"/>
                <a:cs typeface="Montserrat SemiBold"/>
                <a:sym typeface="Montserrat SemiBold"/>
              </a:rPr>
              <a:t>Prinsip </a:t>
            </a:r>
            <a:r>
              <a:rPr lang="en-US" sz="4700">
                <a:solidFill>
                  <a:srgbClr val="0B315E"/>
                </a:solidFill>
                <a:latin typeface="Montserrat SemiBold"/>
                <a:ea typeface="Montserrat SemiBold"/>
                <a:cs typeface="Montserrat SemiBold"/>
                <a:sym typeface="Montserrat SemiBold"/>
              </a:rPr>
              <a:t>Penulisan </a:t>
            </a:r>
            <a:r>
              <a:rPr lang="en-US" sz="4700">
                <a:solidFill>
                  <a:schemeClr val="accent6"/>
                </a:solidFill>
                <a:latin typeface="Montserrat SemiBold"/>
                <a:ea typeface="Montserrat SemiBold"/>
                <a:cs typeface="Montserrat SemiBold"/>
                <a:sym typeface="Montserrat SemiBold"/>
              </a:rPr>
              <a:t>Kode </a:t>
            </a:r>
            <a:r>
              <a:rPr lang="en-US" sz="4700">
                <a:solidFill>
                  <a:srgbClr val="0B315E"/>
                </a:solidFill>
                <a:latin typeface="Montserrat SemiBold"/>
                <a:ea typeface="Montserrat SemiBold"/>
                <a:cs typeface="Montserrat SemiBold"/>
                <a:sym typeface="Montserrat SemiBold"/>
              </a:rPr>
              <a:t>yang </a:t>
            </a:r>
            <a:r>
              <a:rPr lang="en-US" sz="4700">
                <a:solidFill>
                  <a:schemeClr val="accent6"/>
                </a:solidFill>
                <a:latin typeface="Montserrat SemiBold"/>
                <a:ea typeface="Montserrat SemiBold"/>
                <a:cs typeface="Montserrat SemiBold"/>
                <a:sym typeface="Montserrat SemiBold"/>
              </a:rPr>
              <a:t>Baik</a:t>
            </a:r>
            <a:endParaRPr sz="4700">
              <a:solidFill>
                <a:schemeClr val="accent6"/>
              </a:solidFill>
              <a:latin typeface="Montserrat SemiBold"/>
              <a:ea typeface="Montserrat SemiBold"/>
              <a:cs typeface="Montserrat SemiBold"/>
              <a:sym typeface="Montserrat SemiBold"/>
            </a:endParaRPr>
          </a:p>
        </p:txBody>
      </p:sp>
      <p:pic>
        <p:nvPicPr>
          <p:cNvPr id="514" name="Google Shape;514;g36d7211e311_0_249"/>
          <p:cNvPicPr preferRelativeResize="0"/>
          <p:nvPr/>
        </p:nvPicPr>
        <p:blipFill>
          <a:blip r:embed="rId10">
            <a:alphaModFix/>
          </a:blip>
          <a:stretch>
            <a:fillRect/>
          </a:stretch>
        </p:blipFill>
        <p:spPr>
          <a:xfrm>
            <a:off x="110725" y="759575"/>
            <a:ext cx="8922550" cy="8922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g36d7211e311_0_5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520" name="Google Shape;520;g36d7211e311_0_526"/>
          <p:cNvGrpSpPr/>
          <p:nvPr/>
        </p:nvGrpSpPr>
        <p:grpSpPr>
          <a:xfrm>
            <a:off x="404425" y="538273"/>
            <a:ext cx="17884193" cy="1526934"/>
            <a:chOff x="0" y="-47625"/>
            <a:chExt cx="1866300" cy="202200"/>
          </a:xfrm>
        </p:grpSpPr>
        <p:sp>
          <p:nvSpPr>
            <p:cNvPr id="521" name="Google Shape;521;g36d7211e311_0_52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522" name="Google Shape;522;g36d7211e311_0_526"/>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3" name="Google Shape;523;g36d7211e311_0_526"/>
          <p:cNvGrpSpPr/>
          <p:nvPr/>
        </p:nvGrpSpPr>
        <p:grpSpPr>
          <a:xfrm>
            <a:off x="17581435" y="-117747"/>
            <a:ext cx="2079793" cy="2079793"/>
            <a:chOff x="0" y="0"/>
            <a:chExt cx="812800" cy="812800"/>
          </a:xfrm>
        </p:grpSpPr>
        <p:sp>
          <p:nvSpPr>
            <p:cNvPr id="524" name="Google Shape;524;g36d7211e311_0_5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6d7211e311_0_52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6" name="Google Shape;526;g36d7211e311_0_526"/>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527" name="Google Shape;527;g36d7211e311_0_526"/>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528" name="Google Shape;528;g36d7211e311_0_526"/>
          <p:cNvGrpSpPr/>
          <p:nvPr/>
        </p:nvGrpSpPr>
        <p:grpSpPr>
          <a:xfrm>
            <a:off x="-3028412" y="2805165"/>
            <a:ext cx="3811626" cy="3811626"/>
            <a:chOff x="0" y="0"/>
            <a:chExt cx="812800" cy="812800"/>
          </a:xfrm>
        </p:grpSpPr>
        <p:sp>
          <p:nvSpPr>
            <p:cNvPr id="529" name="Google Shape;529;g36d7211e311_0_5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6d7211e311_0_52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1" name="Google Shape;531;g36d7211e311_0_526"/>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532" name="Google Shape;532;g36d7211e311_0_526"/>
          <p:cNvGrpSpPr/>
          <p:nvPr/>
        </p:nvGrpSpPr>
        <p:grpSpPr>
          <a:xfrm>
            <a:off x="0" y="-180827"/>
            <a:ext cx="7086154" cy="767733"/>
            <a:chOff x="0" y="-47625"/>
            <a:chExt cx="1866300" cy="202200"/>
          </a:xfrm>
        </p:grpSpPr>
        <p:sp>
          <p:nvSpPr>
            <p:cNvPr id="533" name="Google Shape;533;g36d7211e311_0_52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34" name="Google Shape;534;g36d7211e311_0_52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5" name="Google Shape;535;g36d7211e311_0_526"/>
          <p:cNvGrpSpPr/>
          <p:nvPr/>
        </p:nvGrpSpPr>
        <p:grpSpPr>
          <a:xfrm>
            <a:off x="11202461" y="9519722"/>
            <a:ext cx="7086154" cy="767733"/>
            <a:chOff x="0" y="-47625"/>
            <a:chExt cx="1866300" cy="202200"/>
          </a:xfrm>
        </p:grpSpPr>
        <p:sp>
          <p:nvSpPr>
            <p:cNvPr id="536" name="Google Shape;536;g36d7211e311_0_52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37" name="Google Shape;537;g36d7211e311_0_52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8" name="Google Shape;538;g36d7211e311_0_526"/>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539" name="Google Shape;539;g36d7211e311_0_526"/>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540" name="Google Shape;540;g36d7211e311_0_526"/>
          <p:cNvGrpSpPr/>
          <p:nvPr/>
        </p:nvGrpSpPr>
        <p:grpSpPr>
          <a:xfrm>
            <a:off x="10124713" y="-17227"/>
            <a:ext cx="620898" cy="620898"/>
            <a:chOff x="478220" y="346380"/>
            <a:chExt cx="812800" cy="812800"/>
          </a:xfrm>
        </p:grpSpPr>
        <p:sp>
          <p:nvSpPr>
            <p:cNvPr id="541" name="Google Shape;541;g36d7211e311_0_526"/>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6d7211e311_0_526"/>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02</a:t>
              </a:r>
              <a:endParaRPr i="0" sz="2000" u="none" cap="none" strike="noStrike">
                <a:solidFill>
                  <a:schemeClr val="lt1"/>
                </a:solidFill>
                <a:latin typeface="Montserrat"/>
                <a:ea typeface="Montserrat"/>
                <a:cs typeface="Montserrat"/>
                <a:sym typeface="Montserrat"/>
              </a:endParaRPr>
            </a:p>
          </p:txBody>
        </p:sp>
      </p:grpSp>
      <p:sp>
        <p:nvSpPr>
          <p:cNvPr id="543" name="Google Shape;543;g36d7211e311_0_526"/>
          <p:cNvSpPr txBox="1"/>
          <p:nvPr/>
        </p:nvSpPr>
        <p:spPr>
          <a:xfrm>
            <a:off x="10737775" y="46925"/>
            <a:ext cx="69054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Prinsip </a:t>
            </a:r>
            <a:r>
              <a:rPr lang="en-US" sz="2000">
                <a:solidFill>
                  <a:srgbClr val="0B315E"/>
                </a:solidFill>
                <a:latin typeface="Montserrat SemiBold"/>
                <a:ea typeface="Montserrat SemiBold"/>
                <a:cs typeface="Montserrat SemiBold"/>
                <a:sym typeface="Montserrat SemiBold"/>
              </a:rPr>
              <a:t>Penulisan </a:t>
            </a:r>
            <a:r>
              <a:rPr lang="en-US" sz="2000">
                <a:solidFill>
                  <a:schemeClr val="accent6"/>
                </a:solidFill>
                <a:latin typeface="Montserrat SemiBold"/>
                <a:ea typeface="Montserrat SemiBold"/>
                <a:cs typeface="Montserrat SemiBold"/>
                <a:sym typeface="Montserrat SemiBold"/>
              </a:rPr>
              <a:t>Kode </a:t>
            </a:r>
            <a:r>
              <a:rPr lang="en-US" sz="2000">
                <a:solidFill>
                  <a:srgbClr val="0B315E"/>
                </a:solidFill>
                <a:latin typeface="Montserrat SemiBold"/>
                <a:ea typeface="Montserrat SemiBold"/>
                <a:cs typeface="Montserrat SemiBold"/>
                <a:sym typeface="Montserrat SemiBold"/>
              </a:rPr>
              <a:t>yang </a:t>
            </a:r>
            <a:r>
              <a:rPr lang="en-US" sz="2000">
                <a:solidFill>
                  <a:schemeClr val="accent6"/>
                </a:solidFill>
                <a:latin typeface="Montserrat SemiBold"/>
                <a:ea typeface="Montserrat SemiBold"/>
                <a:cs typeface="Montserrat SemiBold"/>
                <a:sym typeface="Montserrat SemiBold"/>
              </a:rPr>
              <a:t>Baik</a:t>
            </a:r>
            <a:endParaRPr sz="2000">
              <a:solidFill>
                <a:schemeClr val="accent6"/>
              </a:solidFill>
              <a:latin typeface="Montserrat SemiBold"/>
              <a:ea typeface="Montserrat SemiBold"/>
              <a:cs typeface="Montserrat SemiBold"/>
              <a:sym typeface="Montserrat SemiBold"/>
            </a:endParaRPr>
          </a:p>
        </p:txBody>
      </p:sp>
      <p:grpSp>
        <p:nvGrpSpPr>
          <p:cNvPr id="544" name="Google Shape;544;g36d7211e311_0_526"/>
          <p:cNvGrpSpPr/>
          <p:nvPr/>
        </p:nvGrpSpPr>
        <p:grpSpPr>
          <a:xfrm>
            <a:off x="-71075" y="-117750"/>
            <a:ext cx="620918" cy="2182951"/>
            <a:chOff x="0" y="-47625"/>
            <a:chExt cx="1866300" cy="202200"/>
          </a:xfrm>
        </p:grpSpPr>
        <p:sp>
          <p:nvSpPr>
            <p:cNvPr id="545" name="Google Shape;545;g36d7211e311_0_52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46" name="Google Shape;546;g36d7211e311_0_52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7" name="Google Shape;547;g36d7211e311_0_526"/>
          <p:cNvGrpSpPr/>
          <p:nvPr/>
        </p:nvGrpSpPr>
        <p:grpSpPr>
          <a:xfrm>
            <a:off x="16364200" y="1"/>
            <a:ext cx="2079805" cy="2079809"/>
            <a:chOff x="0" y="-47625"/>
            <a:chExt cx="1866300" cy="202200"/>
          </a:xfrm>
        </p:grpSpPr>
        <p:sp>
          <p:nvSpPr>
            <p:cNvPr id="548" name="Google Shape;548;g36d7211e311_0_52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49" name="Google Shape;549;g36d7211e311_0_52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0" name="Google Shape;550;g36d7211e311_0_526"/>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551" name="Google Shape;551;g36d7211e311_0_526"/>
          <p:cNvSpPr txBox="1"/>
          <p:nvPr/>
        </p:nvSpPr>
        <p:spPr>
          <a:xfrm>
            <a:off x="679750" y="870800"/>
            <a:ext cx="1346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Penamaan (Naming Convention)</a:t>
            </a:r>
            <a:endParaRPr sz="4400">
              <a:solidFill>
                <a:schemeClr val="dk2"/>
              </a:solidFill>
              <a:latin typeface="Montserrat SemiBold"/>
              <a:ea typeface="Montserrat SemiBold"/>
              <a:cs typeface="Montserrat SemiBold"/>
              <a:sym typeface="Montserrat SemiBold"/>
            </a:endParaRPr>
          </a:p>
        </p:txBody>
      </p:sp>
      <p:pic>
        <p:nvPicPr>
          <p:cNvPr id="552" name="Google Shape;552;g36d7211e311_0_526"/>
          <p:cNvPicPr preferRelativeResize="0"/>
          <p:nvPr/>
        </p:nvPicPr>
        <p:blipFill>
          <a:blip r:embed="rId10">
            <a:alphaModFix/>
          </a:blip>
          <a:stretch>
            <a:fillRect/>
          </a:stretch>
        </p:blipFill>
        <p:spPr>
          <a:xfrm>
            <a:off x="707025" y="2677562"/>
            <a:ext cx="16341350" cy="5131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6d7211e311_0_57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558" name="Google Shape;558;g36d7211e311_0_571"/>
          <p:cNvGrpSpPr/>
          <p:nvPr/>
        </p:nvGrpSpPr>
        <p:grpSpPr>
          <a:xfrm>
            <a:off x="404425" y="538273"/>
            <a:ext cx="17884193" cy="1526934"/>
            <a:chOff x="0" y="-47625"/>
            <a:chExt cx="1866300" cy="202200"/>
          </a:xfrm>
        </p:grpSpPr>
        <p:sp>
          <p:nvSpPr>
            <p:cNvPr id="559" name="Google Shape;559;g36d7211e311_0_57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560" name="Google Shape;560;g36d7211e311_0_571"/>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1" name="Google Shape;561;g36d7211e311_0_571"/>
          <p:cNvGrpSpPr/>
          <p:nvPr/>
        </p:nvGrpSpPr>
        <p:grpSpPr>
          <a:xfrm>
            <a:off x="17581435" y="-117747"/>
            <a:ext cx="2079793" cy="2079793"/>
            <a:chOff x="0" y="0"/>
            <a:chExt cx="812800" cy="812800"/>
          </a:xfrm>
        </p:grpSpPr>
        <p:sp>
          <p:nvSpPr>
            <p:cNvPr id="562" name="Google Shape;562;g36d7211e311_0_57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6d7211e311_0_57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4" name="Google Shape;564;g36d7211e311_0_571"/>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565" name="Google Shape;565;g36d7211e311_0_571"/>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566" name="Google Shape;566;g36d7211e311_0_571"/>
          <p:cNvGrpSpPr/>
          <p:nvPr/>
        </p:nvGrpSpPr>
        <p:grpSpPr>
          <a:xfrm>
            <a:off x="-3028412" y="2805165"/>
            <a:ext cx="3811626" cy="3811626"/>
            <a:chOff x="0" y="0"/>
            <a:chExt cx="812800" cy="812800"/>
          </a:xfrm>
        </p:grpSpPr>
        <p:sp>
          <p:nvSpPr>
            <p:cNvPr id="567" name="Google Shape;567;g36d7211e311_0_57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6d7211e311_0_57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9" name="Google Shape;569;g36d7211e311_0_571"/>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570" name="Google Shape;570;g36d7211e311_0_571"/>
          <p:cNvGrpSpPr/>
          <p:nvPr/>
        </p:nvGrpSpPr>
        <p:grpSpPr>
          <a:xfrm>
            <a:off x="0" y="-180827"/>
            <a:ext cx="7086154" cy="767733"/>
            <a:chOff x="0" y="-47625"/>
            <a:chExt cx="1866300" cy="202200"/>
          </a:xfrm>
        </p:grpSpPr>
        <p:sp>
          <p:nvSpPr>
            <p:cNvPr id="571" name="Google Shape;571;g36d7211e311_0_57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72" name="Google Shape;572;g36d7211e311_0_57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3" name="Google Shape;573;g36d7211e311_0_571"/>
          <p:cNvGrpSpPr/>
          <p:nvPr/>
        </p:nvGrpSpPr>
        <p:grpSpPr>
          <a:xfrm>
            <a:off x="11202461" y="9519722"/>
            <a:ext cx="7086154" cy="767733"/>
            <a:chOff x="0" y="-47625"/>
            <a:chExt cx="1866300" cy="202200"/>
          </a:xfrm>
        </p:grpSpPr>
        <p:sp>
          <p:nvSpPr>
            <p:cNvPr id="574" name="Google Shape;574;g36d7211e311_0_57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75" name="Google Shape;575;g36d7211e311_0_57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6" name="Google Shape;576;g36d7211e311_0_571"/>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577" name="Google Shape;577;g36d7211e311_0_571"/>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578" name="Google Shape;578;g36d7211e311_0_571"/>
          <p:cNvGrpSpPr/>
          <p:nvPr/>
        </p:nvGrpSpPr>
        <p:grpSpPr>
          <a:xfrm>
            <a:off x="10124713" y="-17227"/>
            <a:ext cx="620898" cy="620898"/>
            <a:chOff x="478220" y="346380"/>
            <a:chExt cx="812800" cy="812800"/>
          </a:xfrm>
        </p:grpSpPr>
        <p:sp>
          <p:nvSpPr>
            <p:cNvPr id="579" name="Google Shape;579;g36d7211e311_0_571"/>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g36d7211e311_0_571"/>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02</a:t>
              </a:r>
              <a:endParaRPr i="0" sz="2000" u="none" cap="none" strike="noStrike">
                <a:solidFill>
                  <a:schemeClr val="lt1"/>
                </a:solidFill>
                <a:latin typeface="Montserrat"/>
                <a:ea typeface="Montserrat"/>
                <a:cs typeface="Montserrat"/>
                <a:sym typeface="Montserrat"/>
              </a:endParaRPr>
            </a:p>
          </p:txBody>
        </p:sp>
      </p:grpSp>
      <p:sp>
        <p:nvSpPr>
          <p:cNvPr id="581" name="Google Shape;581;g36d7211e311_0_571"/>
          <p:cNvSpPr txBox="1"/>
          <p:nvPr/>
        </p:nvSpPr>
        <p:spPr>
          <a:xfrm>
            <a:off x="10737775" y="46925"/>
            <a:ext cx="69054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Prinsip </a:t>
            </a:r>
            <a:r>
              <a:rPr lang="en-US" sz="2000">
                <a:solidFill>
                  <a:srgbClr val="0B315E"/>
                </a:solidFill>
                <a:latin typeface="Montserrat SemiBold"/>
                <a:ea typeface="Montserrat SemiBold"/>
                <a:cs typeface="Montserrat SemiBold"/>
                <a:sym typeface="Montserrat SemiBold"/>
              </a:rPr>
              <a:t>Penulisan </a:t>
            </a:r>
            <a:r>
              <a:rPr lang="en-US" sz="2000">
                <a:solidFill>
                  <a:schemeClr val="accent6"/>
                </a:solidFill>
                <a:latin typeface="Montserrat SemiBold"/>
                <a:ea typeface="Montserrat SemiBold"/>
                <a:cs typeface="Montserrat SemiBold"/>
                <a:sym typeface="Montserrat SemiBold"/>
              </a:rPr>
              <a:t>Kode </a:t>
            </a:r>
            <a:r>
              <a:rPr lang="en-US" sz="2000">
                <a:solidFill>
                  <a:srgbClr val="0B315E"/>
                </a:solidFill>
                <a:latin typeface="Montserrat SemiBold"/>
                <a:ea typeface="Montserrat SemiBold"/>
                <a:cs typeface="Montserrat SemiBold"/>
                <a:sym typeface="Montserrat SemiBold"/>
              </a:rPr>
              <a:t>yang </a:t>
            </a:r>
            <a:r>
              <a:rPr lang="en-US" sz="2000">
                <a:solidFill>
                  <a:schemeClr val="accent6"/>
                </a:solidFill>
                <a:latin typeface="Montserrat SemiBold"/>
                <a:ea typeface="Montserrat SemiBold"/>
                <a:cs typeface="Montserrat SemiBold"/>
                <a:sym typeface="Montserrat SemiBold"/>
              </a:rPr>
              <a:t>Baik</a:t>
            </a:r>
            <a:endParaRPr sz="2000">
              <a:solidFill>
                <a:schemeClr val="accent6"/>
              </a:solidFill>
              <a:latin typeface="Montserrat SemiBold"/>
              <a:ea typeface="Montserrat SemiBold"/>
              <a:cs typeface="Montserrat SemiBold"/>
              <a:sym typeface="Montserrat SemiBold"/>
            </a:endParaRPr>
          </a:p>
        </p:txBody>
      </p:sp>
      <p:grpSp>
        <p:nvGrpSpPr>
          <p:cNvPr id="582" name="Google Shape;582;g36d7211e311_0_571"/>
          <p:cNvGrpSpPr/>
          <p:nvPr/>
        </p:nvGrpSpPr>
        <p:grpSpPr>
          <a:xfrm>
            <a:off x="-71075" y="-117750"/>
            <a:ext cx="620918" cy="2182951"/>
            <a:chOff x="0" y="-47625"/>
            <a:chExt cx="1866300" cy="202200"/>
          </a:xfrm>
        </p:grpSpPr>
        <p:sp>
          <p:nvSpPr>
            <p:cNvPr id="583" name="Google Shape;583;g36d7211e311_0_57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84" name="Google Shape;584;g36d7211e311_0_57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85" name="Google Shape;585;g36d7211e311_0_571"/>
          <p:cNvGrpSpPr/>
          <p:nvPr/>
        </p:nvGrpSpPr>
        <p:grpSpPr>
          <a:xfrm>
            <a:off x="16364200" y="1"/>
            <a:ext cx="2079805" cy="2079809"/>
            <a:chOff x="0" y="-47625"/>
            <a:chExt cx="1866300" cy="202200"/>
          </a:xfrm>
        </p:grpSpPr>
        <p:sp>
          <p:nvSpPr>
            <p:cNvPr id="586" name="Google Shape;586;g36d7211e311_0_57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587" name="Google Shape;587;g36d7211e311_0_57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8" name="Google Shape;588;g36d7211e311_0_571"/>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589" name="Google Shape;589;g36d7211e311_0_571"/>
          <p:cNvSpPr txBox="1"/>
          <p:nvPr/>
        </p:nvSpPr>
        <p:spPr>
          <a:xfrm>
            <a:off x="679750" y="870800"/>
            <a:ext cx="1346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Komentar Efektif</a:t>
            </a:r>
            <a:endParaRPr sz="4400">
              <a:solidFill>
                <a:schemeClr val="dk2"/>
              </a:solidFill>
              <a:latin typeface="Montserrat SemiBold"/>
              <a:ea typeface="Montserrat SemiBold"/>
              <a:cs typeface="Montserrat SemiBold"/>
              <a:sym typeface="Montserrat SemiBold"/>
            </a:endParaRPr>
          </a:p>
        </p:txBody>
      </p:sp>
      <p:pic>
        <p:nvPicPr>
          <p:cNvPr id="590" name="Google Shape;590;g36d7211e311_0_571"/>
          <p:cNvPicPr preferRelativeResize="0"/>
          <p:nvPr/>
        </p:nvPicPr>
        <p:blipFill rotWithShape="1">
          <a:blip r:embed="rId10">
            <a:alphaModFix/>
          </a:blip>
          <a:srcRect b="48456" l="0" r="0" t="0"/>
          <a:stretch/>
        </p:blipFill>
        <p:spPr>
          <a:xfrm>
            <a:off x="707025" y="3933475"/>
            <a:ext cx="13137300" cy="5451250"/>
          </a:xfrm>
          <a:prstGeom prst="rect">
            <a:avLst/>
          </a:prstGeom>
          <a:noFill/>
          <a:ln>
            <a:noFill/>
          </a:ln>
        </p:spPr>
      </p:pic>
      <p:pic>
        <p:nvPicPr>
          <p:cNvPr id="591" name="Google Shape;591;g36d7211e311_0_571"/>
          <p:cNvPicPr preferRelativeResize="0"/>
          <p:nvPr/>
        </p:nvPicPr>
        <p:blipFill rotWithShape="1">
          <a:blip r:embed="rId10">
            <a:alphaModFix/>
          </a:blip>
          <a:srcRect b="0" l="0" r="0" t="50059"/>
          <a:stretch/>
        </p:blipFill>
        <p:spPr>
          <a:xfrm>
            <a:off x="8399725" y="3821525"/>
            <a:ext cx="12029812" cy="48364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6d7211e311_0_6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597" name="Google Shape;597;g36d7211e311_0_611"/>
          <p:cNvGrpSpPr/>
          <p:nvPr/>
        </p:nvGrpSpPr>
        <p:grpSpPr>
          <a:xfrm>
            <a:off x="404425" y="538273"/>
            <a:ext cx="17884193" cy="1526934"/>
            <a:chOff x="0" y="-47625"/>
            <a:chExt cx="1866300" cy="202200"/>
          </a:xfrm>
        </p:grpSpPr>
        <p:sp>
          <p:nvSpPr>
            <p:cNvPr id="598" name="Google Shape;598;g36d7211e311_0_61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599" name="Google Shape;599;g36d7211e311_0_611"/>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g36d7211e311_0_611"/>
          <p:cNvGrpSpPr/>
          <p:nvPr/>
        </p:nvGrpSpPr>
        <p:grpSpPr>
          <a:xfrm>
            <a:off x="17581435" y="-117747"/>
            <a:ext cx="2079793" cy="2079793"/>
            <a:chOff x="0" y="0"/>
            <a:chExt cx="812800" cy="812800"/>
          </a:xfrm>
        </p:grpSpPr>
        <p:sp>
          <p:nvSpPr>
            <p:cNvPr id="601" name="Google Shape;601;g36d7211e311_0_6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36d7211e311_0_61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3" name="Google Shape;603;g36d7211e311_0_611"/>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604" name="Google Shape;604;g36d7211e311_0_611"/>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605" name="Google Shape;605;g36d7211e311_0_611"/>
          <p:cNvGrpSpPr/>
          <p:nvPr/>
        </p:nvGrpSpPr>
        <p:grpSpPr>
          <a:xfrm>
            <a:off x="-3028412" y="2805165"/>
            <a:ext cx="3811626" cy="3811626"/>
            <a:chOff x="0" y="0"/>
            <a:chExt cx="812800" cy="812800"/>
          </a:xfrm>
        </p:grpSpPr>
        <p:sp>
          <p:nvSpPr>
            <p:cNvPr id="606" name="Google Shape;606;g36d7211e311_0_6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36d7211e311_0_61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8" name="Google Shape;608;g36d7211e311_0_611"/>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609" name="Google Shape;609;g36d7211e311_0_611"/>
          <p:cNvGrpSpPr/>
          <p:nvPr/>
        </p:nvGrpSpPr>
        <p:grpSpPr>
          <a:xfrm>
            <a:off x="0" y="-180827"/>
            <a:ext cx="7086154" cy="767733"/>
            <a:chOff x="0" y="-47625"/>
            <a:chExt cx="1866300" cy="202200"/>
          </a:xfrm>
        </p:grpSpPr>
        <p:sp>
          <p:nvSpPr>
            <p:cNvPr id="610" name="Google Shape;610;g36d7211e311_0_61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11" name="Google Shape;611;g36d7211e311_0_61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2" name="Google Shape;612;g36d7211e311_0_611"/>
          <p:cNvGrpSpPr/>
          <p:nvPr/>
        </p:nvGrpSpPr>
        <p:grpSpPr>
          <a:xfrm>
            <a:off x="11202461" y="9519722"/>
            <a:ext cx="7086154" cy="767733"/>
            <a:chOff x="0" y="-47625"/>
            <a:chExt cx="1866300" cy="202200"/>
          </a:xfrm>
        </p:grpSpPr>
        <p:sp>
          <p:nvSpPr>
            <p:cNvPr id="613" name="Google Shape;613;g36d7211e311_0_61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14" name="Google Shape;614;g36d7211e311_0_61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5" name="Google Shape;615;g36d7211e311_0_611"/>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616" name="Google Shape;616;g36d7211e311_0_611"/>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617" name="Google Shape;617;g36d7211e311_0_611"/>
          <p:cNvGrpSpPr/>
          <p:nvPr/>
        </p:nvGrpSpPr>
        <p:grpSpPr>
          <a:xfrm>
            <a:off x="10124713" y="-17227"/>
            <a:ext cx="620898" cy="620898"/>
            <a:chOff x="478220" y="346380"/>
            <a:chExt cx="812800" cy="812800"/>
          </a:xfrm>
        </p:grpSpPr>
        <p:sp>
          <p:nvSpPr>
            <p:cNvPr id="618" name="Google Shape;618;g36d7211e311_0_611"/>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6d7211e311_0_611"/>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02</a:t>
              </a:r>
              <a:endParaRPr i="0" sz="2000" u="none" cap="none" strike="noStrike">
                <a:solidFill>
                  <a:schemeClr val="lt1"/>
                </a:solidFill>
                <a:latin typeface="Montserrat"/>
                <a:ea typeface="Montserrat"/>
                <a:cs typeface="Montserrat"/>
                <a:sym typeface="Montserrat"/>
              </a:endParaRPr>
            </a:p>
          </p:txBody>
        </p:sp>
      </p:grpSp>
      <p:sp>
        <p:nvSpPr>
          <p:cNvPr id="620" name="Google Shape;620;g36d7211e311_0_611"/>
          <p:cNvSpPr txBox="1"/>
          <p:nvPr/>
        </p:nvSpPr>
        <p:spPr>
          <a:xfrm>
            <a:off x="10737775" y="46925"/>
            <a:ext cx="69054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Prinsip </a:t>
            </a:r>
            <a:r>
              <a:rPr lang="en-US" sz="2000">
                <a:solidFill>
                  <a:srgbClr val="0B315E"/>
                </a:solidFill>
                <a:latin typeface="Montserrat SemiBold"/>
                <a:ea typeface="Montserrat SemiBold"/>
                <a:cs typeface="Montserrat SemiBold"/>
                <a:sym typeface="Montserrat SemiBold"/>
              </a:rPr>
              <a:t>Penulisan </a:t>
            </a:r>
            <a:r>
              <a:rPr lang="en-US" sz="2000">
                <a:solidFill>
                  <a:schemeClr val="accent6"/>
                </a:solidFill>
                <a:latin typeface="Montserrat SemiBold"/>
                <a:ea typeface="Montserrat SemiBold"/>
                <a:cs typeface="Montserrat SemiBold"/>
                <a:sym typeface="Montserrat SemiBold"/>
              </a:rPr>
              <a:t>Kode </a:t>
            </a:r>
            <a:r>
              <a:rPr lang="en-US" sz="2000">
                <a:solidFill>
                  <a:srgbClr val="0B315E"/>
                </a:solidFill>
                <a:latin typeface="Montserrat SemiBold"/>
                <a:ea typeface="Montserrat SemiBold"/>
                <a:cs typeface="Montserrat SemiBold"/>
                <a:sym typeface="Montserrat SemiBold"/>
              </a:rPr>
              <a:t>yang </a:t>
            </a:r>
            <a:r>
              <a:rPr lang="en-US" sz="2000">
                <a:solidFill>
                  <a:schemeClr val="accent6"/>
                </a:solidFill>
                <a:latin typeface="Montserrat SemiBold"/>
                <a:ea typeface="Montserrat SemiBold"/>
                <a:cs typeface="Montserrat SemiBold"/>
                <a:sym typeface="Montserrat SemiBold"/>
              </a:rPr>
              <a:t>Baik</a:t>
            </a:r>
            <a:endParaRPr sz="2000">
              <a:solidFill>
                <a:schemeClr val="accent6"/>
              </a:solidFill>
              <a:latin typeface="Montserrat SemiBold"/>
              <a:ea typeface="Montserrat SemiBold"/>
              <a:cs typeface="Montserrat SemiBold"/>
              <a:sym typeface="Montserrat SemiBold"/>
            </a:endParaRPr>
          </a:p>
        </p:txBody>
      </p:sp>
      <p:grpSp>
        <p:nvGrpSpPr>
          <p:cNvPr id="621" name="Google Shape;621;g36d7211e311_0_611"/>
          <p:cNvGrpSpPr/>
          <p:nvPr/>
        </p:nvGrpSpPr>
        <p:grpSpPr>
          <a:xfrm>
            <a:off x="-71075" y="-117750"/>
            <a:ext cx="620918" cy="2182951"/>
            <a:chOff x="0" y="-47625"/>
            <a:chExt cx="1866300" cy="202200"/>
          </a:xfrm>
        </p:grpSpPr>
        <p:sp>
          <p:nvSpPr>
            <p:cNvPr id="622" name="Google Shape;622;g36d7211e311_0_61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23" name="Google Shape;623;g36d7211e311_0_61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4" name="Google Shape;624;g36d7211e311_0_611"/>
          <p:cNvGrpSpPr/>
          <p:nvPr/>
        </p:nvGrpSpPr>
        <p:grpSpPr>
          <a:xfrm>
            <a:off x="16364200" y="1"/>
            <a:ext cx="2079805" cy="2079809"/>
            <a:chOff x="0" y="-47625"/>
            <a:chExt cx="1866300" cy="202200"/>
          </a:xfrm>
        </p:grpSpPr>
        <p:sp>
          <p:nvSpPr>
            <p:cNvPr id="625" name="Google Shape;625;g36d7211e311_0_61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26" name="Google Shape;626;g36d7211e311_0_61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7" name="Google Shape;627;g36d7211e311_0_611"/>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628" name="Google Shape;628;g36d7211e311_0_611"/>
          <p:cNvSpPr txBox="1"/>
          <p:nvPr/>
        </p:nvSpPr>
        <p:spPr>
          <a:xfrm>
            <a:off x="679750" y="870800"/>
            <a:ext cx="1346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Struktur dan Indentasi</a:t>
            </a:r>
            <a:endParaRPr sz="4400">
              <a:solidFill>
                <a:schemeClr val="dk2"/>
              </a:solidFill>
              <a:latin typeface="Montserrat SemiBold"/>
              <a:ea typeface="Montserrat SemiBold"/>
              <a:cs typeface="Montserrat SemiBold"/>
              <a:sym typeface="Montserrat SemiBold"/>
            </a:endParaRPr>
          </a:p>
        </p:txBody>
      </p:sp>
      <p:pic>
        <p:nvPicPr>
          <p:cNvPr id="629" name="Google Shape;629;g36d7211e311_0_611"/>
          <p:cNvPicPr preferRelativeResize="0"/>
          <p:nvPr/>
        </p:nvPicPr>
        <p:blipFill>
          <a:blip r:embed="rId10">
            <a:alphaModFix/>
          </a:blip>
          <a:stretch>
            <a:fillRect/>
          </a:stretch>
        </p:blipFill>
        <p:spPr>
          <a:xfrm>
            <a:off x="783225" y="4481575"/>
            <a:ext cx="8665325" cy="4243325"/>
          </a:xfrm>
          <a:prstGeom prst="rect">
            <a:avLst/>
          </a:prstGeom>
          <a:noFill/>
          <a:ln>
            <a:noFill/>
          </a:ln>
        </p:spPr>
      </p:pic>
      <p:pic>
        <p:nvPicPr>
          <p:cNvPr id="630" name="Google Shape;630;g36d7211e311_0_611"/>
          <p:cNvPicPr preferRelativeResize="0"/>
          <p:nvPr/>
        </p:nvPicPr>
        <p:blipFill>
          <a:blip r:embed="rId11">
            <a:alphaModFix/>
          </a:blip>
          <a:stretch>
            <a:fillRect/>
          </a:stretch>
        </p:blipFill>
        <p:spPr>
          <a:xfrm>
            <a:off x="8769625" y="4524150"/>
            <a:ext cx="9032475" cy="4200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6d7211e311_0_27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636" name="Google Shape;636;g36d7211e311_0_276"/>
          <p:cNvGrpSpPr/>
          <p:nvPr/>
        </p:nvGrpSpPr>
        <p:grpSpPr>
          <a:xfrm>
            <a:off x="17581435" y="-117747"/>
            <a:ext cx="2079793" cy="2079793"/>
            <a:chOff x="0" y="0"/>
            <a:chExt cx="812800" cy="812800"/>
          </a:xfrm>
        </p:grpSpPr>
        <p:sp>
          <p:nvSpPr>
            <p:cNvPr id="637" name="Google Shape;637;g36d7211e311_0_2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36d7211e311_0_27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9" name="Google Shape;639;g36d7211e311_0_276"/>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640" name="Google Shape;640;g36d7211e311_0_276"/>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641" name="Google Shape;641;g36d7211e311_0_276"/>
          <p:cNvGrpSpPr/>
          <p:nvPr/>
        </p:nvGrpSpPr>
        <p:grpSpPr>
          <a:xfrm>
            <a:off x="-3028412" y="2805165"/>
            <a:ext cx="3811626" cy="3811626"/>
            <a:chOff x="0" y="0"/>
            <a:chExt cx="812800" cy="812800"/>
          </a:xfrm>
        </p:grpSpPr>
        <p:sp>
          <p:nvSpPr>
            <p:cNvPr id="642" name="Google Shape;642;g36d7211e311_0_2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6d7211e311_0_27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4" name="Google Shape;644;g36d7211e311_0_276"/>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645" name="Google Shape;645;g36d7211e311_0_276"/>
          <p:cNvGrpSpPr/>
          <p:nvPr/>
        </p:nvGrpSpPr>
        <p:grpSpPr>
          <a:xfrm>
            <a:off x="0" y="-180827"/>
            <a:ext cx="7086154" cy="767733"/>
            <a:chOff x="0" y="-47625"/>
            <a:chExt cx="1866300" cy="202200"/>
          </a:xfrm>
        </p:grpSpPr>
        <p:sp>
          <p:nvSpPr>
            <p:cNvPr id="646" name="Google Shape;646;g36d7211e311_0_27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47" name="Google Shape;647;g36d7211e311_0_27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8" name="Google Shape;648;g36d7211e311_0_276"/>
          <p:cNvGrpSpPr/>
          <p:nvPr/>
        </p:nvGrpSpPr>
        <p:grpSpPr>
          <a:xfrm>
            <a:off x="11202461" y="9519722"/>
            <a:ext cx="7086154" cy="767733"/>
            <a:chOff x="0" y="-47625"/>
            <a:chExt cx="1866300" cy="202200"/>
          </a:xfrm>
        </p:grpSpPr>
        <p:sp>
          <p:nvSpPr>
            <p:cNvPr id="649" name="Google Shape;649;g36d7211e311_0_276"/>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50" name="Google Shape;650;g36d7211e311_0_276"/>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1" name="Google Shape;651;g36d7211e311_0_276"/>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652" name="Google Shape;652;g36d7211e311_0_276"/>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653" name="Google Shape;653;g36d7211e311_0_276"/>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grpSp>
        <p:nvGrpSpPr>
          <p:cNvPr id="654" name="Google Shape;654;g36d7211e311_0_276"/>
          <p:cNvGrpSpPr/>
          <p:nvPr/>
        </p:nvGrpSpPr>
        <p:grpSpPr>
          <a:xfrm>
            <a:off x="10676010" y="2181003"/>
            <a:ext cx="2079793" cy="2079793"/>
            <a:chOff x="0" y="0"/>
            <a:chExt cx="812800" cy="812800"/>
          </a:xfrm>
        </p:grpSpPr>
        <p:sp>
          <p:nvSpPr>
            <p:cNvPr id="655" name="Google Shape;655;g36d7211e311_0_2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g36d7211e311_0_276"/>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6000">
                  <a:solidFill>
                    <a:schemeClr val="lt1"/>
                  </a:solidFill>
                  <a:latin typeface="Montserrat"/>
                  <a:ea typeface="Montserrat"/>
                  <a:cs typeface="Montserrat"/>
                  <a:sym typeface="Montserrat"/>
                </a:rPr>
                <a:t>03</a:t>
              </a:r>
              <a:endParaRPr i="0" sz="6000" u="none" cap="none" strike="noStrike">
                <a:solidFill>
                  <a:schemeClr val="lt1"/>
                </a:solidFill>
                <a:latin typeface="Montserrat"/>
                <a:ea typeface="Montserrat"/>
                <a:cs typeface="Montserrat"/>
                <a:sym typeface="Montserrat"/>
              </a:endParaRPr>
            </a:p>
          </p:txBody>
        </p:sp>
      </p:grpSp>
      <p:sp>
        <p:nvSpPr>
          <p:cNvPr id="657" name="Google Shape;657;g36d7211e311_0_276"/>
          <p:cNvSpPr txBox="1"/>
          <p:nvPr/>
        </p:nvSpPr>
        <p:spPr>
          <a:xfrm>
            <a:off x="10676000" y="4489050"/>
            <a:ext cx="6905400" cy="3078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4700">
                <a:solidFill>
                  <a:schemeClr val="accent6"/>
                </a:solidFill>
                <a:latin typeface="Montserrat SemiBold"/>
                <a:ea typeface="Montserrat SemiBold"/>
                <a:cs typeface="Montserrat SemiBold"/>
                <a:sym typeface="Montserrat SemiBold"/>
              </a:rPr>
              <a:t>Paradigma </a:t>
            </a:r>
            <a:r>
              <a:rPr lang="en-US" sz="4700">
                <a:solidFill>
                  <a:srgbClr val="0B315E"/>
                </a:solidFill>
                <a:latin typeface="Montserrat SemiBold"/>
                <a:ea typeface="Montserrat SemiBold"/>
                <a:cs typeface="Montserrat SemiBold"/>
                <a:sym typeface="Montserrat SemiBold"/>
              </a:rPr>
              <a:t>Pemrograman</a:t>
            </a:r>
            <a:endParaRPr sz="4700">
              <a:solidFill>
                <a:srgbClr val="0B315E"/>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4700">
              <a:solidFill>
                <a:srgbClr val="0B315E"/>
              </a:solidFill>
              <a:latin typeface="Montserrat SemiBold"/>
              <a:ea typeface="Montserrat SemiBold"/>
              <a:cs typeface="Montserrat SemiBold"/>
              <a:sym typeface="Montserrat SemiBold"/>
            </a:endParaRPr>
          </a:p>
        </p:txBody>
      </p:sp>
      <p:pic>
        <p:nvPicPr>
          <p:cNvPr id="658" name="Google Shape;658;g36d7211e311_0_276"/>
          <p:cNvPicPr preferRelativeResize="0"/>
          <p:nvPr/>
        </p:nvPicPr>
        <p:blipFill>
          <a:blip r:embed="rId10">
            <a:alphaModFix/>
          </a:blip>
          <a:stretch>
            <a:fillRect/>
          </a:stretch>
        </p:blipFill>
        <p:spPr>
          <a:xfrm>
            <a:off x="110725" y="759575"/>
            <a:ext cx="8922550" cy="8922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6d7211e311_0_65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664" name="Google Shape;664;g36d7211e311_0_652"/>
          <p:cNvGrpSpPr/>
          <p:nvPr/>
        </p:nvGrpSpPr>
        <p:grpSpPr>
          <a:xfrm>
            <a:off x="404425" y="538273"/>
            <a:ext cx="17884193" cy="1526934"/>
            <a:chOff x="0" y="-47625"/>
            <a:chExt cx="1866300" cy="202200"/>
          </a:xfrm>
        </p:grpSpPr>
        <p:sp>
          <p:nvSpPr>
            <p:cNvPr id="665" name="Google Shape;665;g36d7211e311_0_65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666" name="Google Shape;666;g36d7211e311_0_652"/>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7" name="Google Shape;667;g36d7211e311_0_652"/>
          <p:cNvGrpSpPr/>
          <p:nvPr/>
        </p:nvGrpSpPr>
        <p:grpSpPr>
          <a:xfrm>
            <a:off x="17581435" y="-117747"/>
            <a:ext cx="2079793" cy="2079793"/>
            <a:chOff x="0" y="0"/>
            <a:chExt cx="812800" cy="812800"/>
          </a:xfrm>
        </p:grpSpPr>
        <p:sp>
          <p:nvSpPr>
            <p:cNvPr id="668" name="Google Shape;668;g36d7211e311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g36d7211e311_0_65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0" name="Google Shape;670;g36d7211e311_0_652"/>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671" name="Google Shape;671;g36d7211e311_0_652"/>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672" name="Google Shape;672;g36d7211e311_0_652"/>
          <p:cNvGrpSpPr/>
          <p:nvPr/>
        </p:nvGrpSpPr>
        <p:grpSpPr>
          <a:xfrm>
            <a:off x="-3028412" y="2805165"/>
            <a:ext cx="3811626" cy="3811626"/>
            <a:chOff x="0" y="0"/>
            <a:chExt cx="812800" cy="812800"/>
          </a:xfrm>
        </p:grpSpPr>
        <p:sp>
          <p:nvSpPr>
            <p:cNvPr id="673" name="Google Shape;673;g36d7211e311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g36d7211e311_0_65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5" name="Google Shape;675;g36d7211e311_0_652"/>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676" name="Google Shape;676;g36d7211e311_0_652"/>
          <p:cNvGrpSpPr/>
          <p:nvPr/>
        </p:nvGrpSpPr>
        <p:grpSpPr>
          <a:xfrm>
            <a:off x="0" y="-180827"/>
            <a:ext cx="7086154" cy="767733"/>
            <a:chOff x="0" y="-47625"/>
            <a:chExt cx="1866300" cy="202200"/>
          </a:xfrm>
        </p:grpSpPr>
        <p:sp>
          <p:nvSpPr>
            <p:cNvPr id="677" name="Google Shape;677;g36d7211e311_0_65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78" name="Google Shape;678;g36d7211e311_0_65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9" name="Google Shape;679;g36d7211e311_0_652"/>
          <p:cNvGrpSpPr/>
          <p:nvPr/>
        </p:nvGrpSpPr>
        <p:grpSpPr>
          <a:xfrm>
            <a:off x="11202461" y="9519722"/>
            <a:ext cx="7086154" cy="767733"/>
            <a:chOff x="0" y="-47625"/>
            <a:chExt cx="1866300" cy="202200"/>
          </a:xfrm>
        </p:grpSpPr>
        <p:sp>
          <p:nvSpPr>
            <p:cNvPr id="680" name="Google Shape;680;g36d7211e311_0_65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81" name="Google Shape;681;g36d7211e311_0_65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2" name="Google Shape;682;g36d7211e311_0_652"/>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683" name="Google Shape;683;g36d7211e311_0_652"/>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684" name="Google Shape;684;g36d7211e311_0_652"/>
          <p:cNvGrpSpPr/>
          <p:nvPr/>
        </p:nvGrpSpPr>
        <p:grpSpPr>
          <a:xfrm>
            <a:off x="10124713" y="-17227"/>
            <a:ext cx="620898" cy="620898"/>
            <a:chOff x="478220" y="346380"/>
            <a:chExt cx="812800" cy="812800"/>
          </a:xfrm>
        </p:grpSpPr>
        <p:sp>
          <p:nvSpPr>
            <p:cNvPr id="685" name="Google Shape;685;g36d7211e311_0_652"/>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36d7211e311_0_652"/>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687" name="Google Shape;687;g36d7211e311_0_652"/>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688" name="Google Shape;688;g36d7211e311_0_652"/>
          <p:cNvGrpSpPr/>
          <p:nvPr/>
        </p:nvGrpSpPr>
        <p:grpSpPr>
          <a:xfrm>
            <a:off x="-71075" y="-117750"/>
            <a:ext cx="620918" cy="2182951"/>
            <a:chOff x="0" y="-47625"/>
            <a:chExt cx="1866300" cy="202200"/>
          </a:xfrm>
        </p:grpSpPr>
        <p:sp>
          <p:nvSpPr>
            <p:cNvPr id="689" name="Google Shape;689;g36d7211e311_0_65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90" name="Google Shape;690;g36d7211e311_0_65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1" name="Google Shape;691;g36d7211e311_0_652"/>
          <p:cNvGrpSpPr/>
          <p:nvPr/>
        </p:nvGrpSpPr>
        <p:grpSpPr>
          <a:xfrm>
            <a:off x="16364200" y="1"/>
            <a:ext cx="2079805" cy="2079809"/>
            <a:chOff x="0" y="-47625"/>
            <a:chExt cx="1866300" cy="202200"/>
          </a:xfrm>
        </p:grpSpPr>
        <p:sp>
          <p:nvSpPr>
            <p:cNvPr id="692" name="Google Shape;692;g36d7211e311_0_65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693" name="Google Shape;693;g36d7211e311_0_65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94" name="Google Shape;694;g36d7211e311_0_652"/>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695" name="Google Shape;695;g36d7211e311_0_652"/>
          <p:cNvSpPr txBox="1"/>
          <p:nvPr/>
        </p:nvSpPr>
        <p:spPr>
          <a:xfrm>
            <a:off x="679750" y="870800"/>
            <a:ext cx="1346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Functional Programming</a:t>
            </a:r>
            <a:endParaRPr sz="4400">
              <a:solidFill>
                <a:schemeClr val="dk2"/>
              </a:solidFill>
              <a:latin typeface="Montserrat SemiBold"/>
              <a:ea typeface="Montserrat SemiBold"/>
              <a:cs typeface="Montserrat SemiBold"/>
              <a:sym typeface="Montserrat SemiBold"/>
            </a:endParaRPr>
          </a:p>
        </p:txBody>
      </p:sp>
      <p:sp>
        <p:nvSpPr>
          <p:cNvPr id="696" name="Google Shape;696;g36d7211e311_0_652"/>
          <p:cNvSpPr txBox="1"/>
          <p:nvPr/>
        </p:nvSpPr>
        <p:spPr>
          <a:xfrm>
            <a:off x="783225" y="2805175"/>
            <a:ext cx="16257900" cy="2154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3200">
                <a:latin typeface="Montserrat"/>
                <a:ea typeface="Montserrat"/>
                <a:cs typeface="Montserrat"/>
                <a:sym typeface="Montserrat"/>
              </a:rPr>
              <a:t>Kita sering mendengar berbagai paradigma pemrograman seperti object-oriented, procedural, dan functional. JavaScript adalah bahasa pemograman multi-paradigma yang memungkinkan kita untuk secara bebas mencampur dan mencocokkan paradigma pemograman.</a:t>
            </a:r>
            <a:endParaRPr sz="3200">
              <a:latin typeface="Montserrat"/>
              <a:ea typeface="Montserrat"/>
              <a:cs typeface="Montserrat"/>
              <a:sym typeface="Montserrat"/>
            </a:endParaRPr>
          </a:p>
        </p:txBody>
      </p:sp>
      <p:sp>
        <p:nvSpPr>
          <p:cNvPr id="697" name="Google Shape;697;g36d7211e311_0_652"/>
          <p:cNvSpPr txBox="1"/>
          <p:nvPr/>
        </p:nvSpPr>
        <p:spPr>
          <a:xfrm>
            <a:off x="783225" y="6203600"/>
            <a:ext cx="162579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Apa itu functional programming? yaitu sebuah paradigma dalam dunia programming yang menggunakan pendekatan fungsional untuk menyelesaikan masalah. Apakah jika kode program kita menggunakan function maka itu pasti disebut sebagai functional programming? ternyata tidak, paradigma ini mensyaratkan penggunaan pure function sebisa mungkin.</a:t>
            </a:r>
            <a:endParaRPr sz="32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6d7211e311_0_70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703" name="Google Shape;703;g36d7211e311_0_700"/>
          <p:cNvGrpSpPr/>
          <p:nvPr/>
        </p:nvGrpSpPr>
        <p:grpSpPr>
          <a:xfrm>
            <a:off x="404425" y="538273"/>
            <a:ext cx="17884193" cy="1526934"/>
            <a:chOff x="0" y="-47625"/>
            <a:chExt cx="1866300" cy="202200"/>
          </a:xfrm>
        </p:grpSpPr>
        <p:sp>
          <p:nvSpPr>
            <p:cNvPr id="704" name="Google Shape;704;g36d7211e311_0_70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705" name="Google Shape;705;g36d7211e311_0_700"/>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06" name="Google Shape;706;g36d7211e311_0_700"/>
          <p:cNvGrpSpPr/>
          <p:nvPr/>
        </p:nvGrpSpPr>
        <p:grpSpPr>
          <a:xfrm>
            <a:off x="17581435" y="-117747"/>
            <a:ext cx="2079793" cy="2079793"/>
            <a:chOff x="0" y="0"/>
            <a:chExt cx="812800" cy="812800"/>
          </a:xfrm>
        </p:grpSpPr>
        <p:sp>
          <p:nvSpPr>
            <p:cNvPr id="707" name="Google Shape;707;g36d7211e311_0_7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g36d7211e311_0_7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09" name="Google Shape;709;g36d7211e311_0_700"/>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710" name="Google Shape;710;g36d7211e311_0_700"/>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711" name="Google Shape;711;g36d7211e311_0_700"/>
          <p:cNvGrpSpPr/>
          <p:nvPr/>
        </p:nvGrpSpPr>
        <p:grpSpPr>
          <a:xfrm>
            <a:off x="-3028412" y="2805165"/>
            <a:ext cx="3811626" cy="3811626"/>
            <a:chOff x="0" y="0"/>
            <a:chExt cx="812800" cy="812800"/>
          </a:xfrm>
        </p:grpSpPr>
        <p:sp>
          <p:nvSpPr>
            <p:cNvPr id="712" name="Google Shape;712;g36d7211e311_0_7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g36d7211e311_0_7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4" name="Google Shape;714;g36d7211e311_0_700"/>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715" name="Google Shape;715;g36d7211e311_0_700"/>
          <p:cNvGrpSpPr/>
          <p:nvPr/>
        </p:nvGrpSpPr>
        <p:grpSpPr>
          <a:xfrm>
            <a:off x="0" y="-180827"/>
            <a:ext cx="7086154" cy="767733"/>
            <a:chOff x="0" y="-47625"/>
            <a:chExt cx="1866300" cy="202200"/>
          </a:xfrm>
        </p:grpSpPr>
        <p:sp>
          <p:nvSpPr>
            <p:cNvPr id="716" name="Google Shape;716;g36d7211e311_0_70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17" name="Google Shape;717;g36d7211e311_0_70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8" name="Google Shape;718;g36d7211e311_0_700"/>
          <p:cNvGrpSpPr/>
          <p:nvPr/>
        </p:nvGrpSpPr>
        <p:grpSpPr>
          <a:xfrm>
            <a:off x="11202461" y="9519722"/>
            <a:ext cx="7086154" cy="767733"/>
            <a:chOff x="0" y="-47625"/>
            <a:chExt cx="1866300" cy="202200"/>
          </a:xfrm>
        </p:grpSpPr>
        <p:sp>
          <p:nvSpPr>
            <p:cNvPr id="719" name="Google Shape;719;g36d7211e311_0_70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20" name="Google Shape;720;g36d7211e311_0_70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21" name="Google Shape;721;g36d7211e311_0_700"/>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722" name="Google Shape;722;g36d7211e311_0_700"/>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723" name="Google Shape;723;g36d7211e311_0_700"/>
          <p:cNvGrpSpPr/>
          <p:nvPr/>
        </p:nvGrpSpPr>
        <p:grpSpPr>
          <a:xfrm>
            <a:off x="10124713" y="-17227"/>
            <a:ext cx="620898" cy="620898"/>
            <a:chOff x="478220" y="346380"/>
            <a:chExt cx="812800" cy="812800"/>
          </a:xfrm>
        </p:grpSpPr>
        <p:sp>
          <p:nvSpPr>
            <p:cNvPr id="724" name="Google Shape;724;g36d7211e311_0_700"/>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g36d7211e311_0_700"/>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726" name="Google Shape;726;g36d7211e311_0_700"/>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727" name="Google Shape;727;g36d7211e311_0_700"/>
          <p:cNvGrpSpPr/>
          <p:nvPr/>
        </p:nvGrpSpPr>
        <p:grpSpPr>
          <a:xfrm>
            <a:off x="-71075" y="-117750"/>
            <a:ext cx="620918" cy="2182951"/>
            <a:chOff x="0" y="-47625"/>
            <a:chExt cx="1866300" cy="202200"/>
          </a:xfrm>
        </p:grpSpPr>
        <p:sp>
          <p:nvSpPr>
            <p:cNvPr id="728" name="Google Shape;728;g36d7211e311_0_70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29" name="Google Shape;729;g36d7211e311_0_70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0" name="Google Shape;730;g36d7211e311_0_700"/>
          <p:cNvGrpSpPr/>
          <p:nvPr/>
        </p:nvGrpSpPr>
        <p:grpSpPr>
          <a:xfrm>
            <a:off x="16364200" y="1"/>
            <a:ext cx="2079805" cy="2079809"/>
            <a:chOff x="0" y="-47625"/>
            <a:chExt cx="1866300" cy="202200"/>
          </a:xfrm>
        </p:grpSpPr>
        <p:sp>
          <p:nvSpPr>
            <p:cNvPr id="731" name="Google Shape;731;g36d7211e311_0_70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32" name="Google Shape;732;g36d7211e311_0_70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3" name="Google Shape;733;g36d7211e311_0_700"/>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734" name="Google Shape;734;g36d7211e311_0_700"/>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Keuntungan Functional Programming</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735" name="Google Shape;735;g36d7211e311_0_700"/>
          <p:cNvSpPr txBox="1"/>
          <p:nvPr/>
        </p:nvSpPr>
        <p:spPr>
          <a:xfrm>
            <a:off x="783225" y="3483263"/>
            <a:ext cx="162579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Berikut beberapa keuntungan yang kita dapatkan ketika menggunakan paradigma functional programming</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Performa relatif lebih baik karena kode program menjadi relatif lebih singkat</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Kode program menjadi lebih terbaca</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Penggunaan pure function membuat kode program lebih mudah didebug</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6d7211e311_0_77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741" name="Google Shape;741;g36d7211e311_0_777"/>
          <p:cNvGrpSpPr/>
          <p:nvPr/>
        </p:nvGrpSpPr>
        <p:grpSpPr>
          <a:xfrm>
            <a:off x="404425" y="538273"/>
            <a:ext cx="17884193" cy="1526934"/>
            <a:chOff x="0" y="-47625"/>
            <a:chExt cx="1866300" cy="202200"/>
          </a:xfrm>
        </p:grpSpPr>
        <p:sp>
          <p:nvSpPr>
            <p:cNvPr id="742" name="Google Shape;742;g36d7211e311_0_77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743" name="Google Shape;743;g36d7211e311_0_777"/>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4" name="Google Shape;744;g36d7211e311_0_777"/>
          <p:cNvGrpSpPr/>
          <p:nvPr/>
        </p:nvGrpSpPr>
        <p:grpSpPr>
          <a:xfrm>
            <a:off x="17581435" y="-117747"/>
            <a:ext cx="2079793" cy="2079793"/>
            <a:chOff x="0" y="0"/>
            <a:chExt cx="812800" cy="812800"/>
          </a:xfrm>
        </p:grpSpPr>
        <p:sp>
          <p:nvSpPr>
            <p:cNvPr id="745" name="Google Shape;745;g36d7211e311_0_7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g36d7211e311_0_77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7" name="Google Shape;747;g36d7211e311_0_777"/>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748" name="Google Shape;748;g36d7211e311_0_777"/>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749" name="Google Shape;749;g36d7211e311_0_777"/>
          <p:cNvGrpSpPr/>
          <p:nvPr/>
        </p:nvGrpSpPr>
        <p:grpSpPr>
          <a:xfrm>
            <a:off x="-3028412" y="2805165"/>
            <a:ext cx="3811626" cy="3811626"/>
            <a:chOff x="0" y="0"/>
            <a:chExt cx="812800" cy="812800"/>
          </a:xfrm>
        </p:grpSpPr>
        <p:sp>
          <p:nvSpPr>
            <p:cNvPr id="750" name="Google Shape;750;g36d7211e311_0_7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36d7211e311_0_77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2" name="Google Shape;752;g36d7211e311_0_777"/>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753" name="Google Shape;753;g36d7211e311_0_777"/>
          <p:cNvGrpSpPr/>
          <p:nvPr/>
        </p:nvGrpSpPr>
        <p:grpSpPr>
          <a:xfrm>
            <a:off x="0" y="-180827"/>
            <a:ext cx="7086154" cy="767733"/>
            <a:chOff x="0" y="-47625"/>
            <a:chExt cx="1866300" cy="202200"/>
          </a:xfrm>
        </p:grpSpPr>
        <p:sp>
          <p:nvSpPr>
            <p:cNvPr id="754" name="Google Shape;754;g36d7211e311_0_77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55" name="Google Shape;755;g36d7211e311_0_77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6" name="Google Shape;756;g36d7211e311_0_777"/>
          <p:cNvGrpSpPr/>
          <p:nvPr/>
        </p:nvGrpSpPr>
        <p:grpSpPr>
          <a:xfrm>
            <a:off x="11202461" y="9519722"/>
            <a:ext cx="7086154" cy="767733"/>
            <a:chOff x="0" y="-47625"/>
            <a:chExt cx="1866300" cy="202200"/>
          </a:xfrm>
        </p:grpSpPr>
        <p:sp>
          <p:nvSpPr>
            <p:cNvPr id="757" name="Google Shape;757;g36d7211e311_0_77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58" name="Google Shape;758;g36d7211e311_0_77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9" name="Google Shape;759;g36d7211e311_0_777"/>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760" name="Google Shape;760;g36d7211e311_0_777"/>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761" name="Google Shape;761;g36d7211e311_0_777"/>
          <p:cNvGrpSpPr/>
          <p:nvPr/>
        </p:nvGrpSpPr>
        <p:grpSpPr>
          <a:xfrm>
            <a:off x="10124713" y="-17227"/>
            <a:ext cx="620898" cy="620898"/>
            <a:chOff x="478220" y="346380"/>
            <a:chExt cx="812800" cy="812800"/>
          </a:xfrm>
        </p:grpSpPr>
        <p:sp>
          <p:nvSpPr>
            <p:cNvPr id="762" name="Google Shape;762;g36d7211e311_0_777"/>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g36d7211e311_0_777"/>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764" name="Google Shape;764;g36d7211e311_0_777"/>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765" name="Google Shape;765;g36d7211e311_0_777"/>
          <p:cNvGrpSpPr/>
          <p:nvPr/>
        </p:nvGrpSpPr>
        <p:grpSpPr>
          <a:xfrm>
            <a:off x="-71075" y="-117750"/>
            <a:ext cx="620918" cy="2182951"/>
            <a:chOff x="0" y="-47625"/>
            <a:chExt cx="1866300" cy="202200"/>
          </a:xfrm>
        </p:grpSpPr>
        <p:sp>
          <p:nvSpPr>
            <p:cNvPr id="766" name="Google Shape;766;g36d7211e311_0_77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67" name="Google Shape;767;g36d7211e311_0_77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8" name="Google Shape;768;g36d7211e311_0_777"/>
          <p:cNvGrpSpPr/>
          <p:nvPr/>
        </p:nvGrpSpPr>
        <p:grpSpPr>
          <a:xfrm>
            <a:off x="16364200" y="1"/>
            <a:ext cx="2079805" cy="2079809"/>
            <a:chOff x="0" y="-47625"/>
            <a:chExt cx="1866300" cy="202200"/>
          </a:xfrm>
        </p:grpSpPr>
        <p:sp>
          <p:nvSpPr>
            <p:cNvPr id="769" name="Google Shape;769;g36d7211e311_0_77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70" name="Google Shape;770;g36d7211e311_0_77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71" name="Google Shape;771;g36d7211e311_0_777"/>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772" name="Google Shape;772;g36d7211e311_0_777"/>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Metode-Metode Functional Programming</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773" name="Google Shape;773;g36d7211e311_0_777"/>
          <p:cNvSpPr txBox="1"/>
          <p:nvPr/>
        </p:nvSpPr>
        <p:spPr>
          <a:xfrm>
            <a:off x="783225" y="3483263"/>
            <a:ext cx="162579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Berikut ini beberapa metode-metode dalam paradigma functional programming</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Recursive Function</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First-class Function</a:t>
            </a:r>
            <a:endParaRPr sz="32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US" sz="3200">
                <a:latin typeface="Montserrat"/>
                <a:ea typeface="Montserrat"/>
                <a:cs typeface="Montserrat"/>
                <a:sym typeface="Montserrat"/>
              </a:rPr>
              <a:t>● Currying Function</a:t>
            </a:r>
            <a:endParaRPr sz="3200">
              <a:latin typeface="Montserrat"/>
              <a:ea typeface="Montserrat"/>
              <a:cs typeface="Montserrat"/>
              <a:sym typeface="Montserrat"/>
            </a:endParaRPr>
          </a:p>
          <a:p>
            <a:pPr indent="0" lvl="0" marL="0" rtl="0" algn="l">
              <a:spcBef>
                <a:spcPts val="0"/>
              </a:spcBef>
              <a:spcAft>
                <a:spcPts val="0"/>
              </a:spcAft>
              <a:buNone/>
            </a:pPr>
            <a:r>
              <a:rPr lang="en-US" sz="3200">
                <a:latin typeface="Montserrat"/>
                <a:ea typeface="Montserrat"/>
                <a:cs typeface="Montserrat"/>
                <a:sym typeface="Montserrat"/>
              </a:rPr>
              <a:t>● Declarative vs Imperative Pattern</a:t>
            </a:r>
            <a:endParaRPr sz="32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6d7211e311_0_8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779" name="Google Shape;779;g36d7211e311_0_815"/>
          <p:cNvGrpSpPr/>
          <p:nvPr/>
        </p:nvGrpSpPr>
        <p:grpSpPr>
          <a:xfrm>
            <a:off x="404425" y="538273"/>
            <a:ext cx="17884193" cy="1526934"/>
            <a:chOff x="0" y="-47625"/>
            <a:chExt cx="1866300" cy="202200"/>
          </a:xfrm>
        </p:grpSpPr>
        <p:sp>
          <p:nvSpPr>
            <p:cNvPr id="780" name="Google Shape;780;g36d7211e311_0_8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781" name="Google Shape;781;g36d7211e311_0_815"/>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2" name="Google Shape;782;g36d7211e311_0_815"/>
          <p:cNvGrpSpPr/>
          <p:nvPr/>
        </p:nvGrpSpPr>
        <p:grpSpPr>
          <a:xfrm>
            <a:off x="17581435" y="-117747"/>
            <a:ext cx="2079793" cy="2079793"/>
            <a:chOff x="0" y="0"/>
            <a:chExt cx="812800" cy="812800"/>
          </a:xfrm>
        </p:grpSpPr>
        <p:sp>
          <p:nvSpPr>
            <p:cNvPr id="783" name="Google Shape;783;g36d7211e311_0_8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g36d7211e311_0_81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85" name="Google Shape;785;g36d7211e311_0_815"/>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786" name="Google Shape;786;g36d7211e311_0_815"/>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787" name="Google Shape;787;g36d7211e311_0_815"/>
          <p:cNvGrpSpPr/>
          <p:nvPr/>
        </p:nvGrpSpPr>
        <p:grpSpPr>
          <a:xfrm>
            <a:off x="-3028412" y="2805165"/>
            <a:ext cx="3811626" cy="3811626"/>
            <a:chOff x="0" y="0"/>
            <a:chExt cx="812800" cy="812800"/>
          </a:xfrm>
        </p:grpSpPr>
        <p:sp>
          <p:nvSpPr>
            <p:cNvPr id="788" name="Google Shape;788;g36d7211e311_0_8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g36d7211e311_0_81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0" name="Google Shape;790;g36d7211e311_0_815"/>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791" name="Google Shape;791;g36d7211e311_0_815"/>
          <p:cNvGrpSpPr/>
          <p:nvPr/>
        </p:nvGrpSpPr>
        <p:grpSpPr>
          <a:xfrm>
            <a:off x="0" y="-180827"/>
            <a:ext cx="7086154" cy="767733"/>
            <a:chOff x="0" y="-47625"/>
            <a:chExt cx="1866300" cy="202200"/>
          </a:xfrm>
        </p:grpSpPr>
        <p:sp>
          <p:nvSpPr>
            <p:cNvPr id="792" name="Google Shape;792;g36d7211e311_0_8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93" name="Google Shape;793;g36d7211e311_0_8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4" name="Google Shape;794;g36d7211e311_0_815"/>
          <p:cNvGrpSpPr/>
          <p:nvPr/>
        </p:nvGrpSpPr>
        <p:grpSpPr>
          <a:xfrm>
            <a:off x="11202461" y="9519722"/>
            <a:ext cx="7086154" cy="767733"/>
            <a:chOff x="0" y="-47625"/>
            <a:chExt cx="1866300" cy="202200"/>
          </a:xfrm>
        </p:grpSpPr>
        <p:sp>
          <p:nvSpPr>
            <p:cNvPr id="795" name="Google Shape;795;g36d7211e311_0_8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796" name="Google Shape;796;g36d7211e311_0_8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7" name="Google Shape;797;g36d7211e311_0_815"/>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798" name="Google Shape;798;g36d7211e311_0_815"/>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799" name="Google Shape;799;g36d7211e311_0_815"/>
          <p:cNvGrpSpPr/>
          <p:nvPr/>
        </p:nvGrpSpPr>
        <p:grpSpPr>
          <a:xfrm>
            <a:off x="10124713" y="-17227"/>
            <a:ext cx="620898" cy="620898"/>
            <a:chOff x="478220" y="346380"/>
            <a:chExt cx="812800" cy="812800"/>
          </a:xfrm>
        </p:grpSpPr>
        <p:sp>
          <p:nvSpPr>
            <p:cNvPr id="800" name="Google Shape;800;g36d7211e311_0_815"/>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g36d7211e311_0_815"/>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802" name="Google Shape;802;g36d7211e311_0_815"/>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803" name="Google Shape;803;g36d7211e311_0_815"/>
          <p:cNvGrpSpPr/>
          <p:nvPr/>
        </p:nvGrpSpPr>
        <p:grpSpPr>
          <a:xfrm>
            <a:off x="-71075" y="-117750"/>
            <a:ext cx="620918" cy="2182951"/>
            <a:chOff x="0" y="-47625"/>
            <a:chExt cx="1866300" cy="202200"/>
          </a:xfrm>
        </p:grpSpPr>
        <p:sp>
          <p:nvSpPr>
            <p:cNvPr id="804" name="Google Shape;804;g36d7211e311_0_8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05" name="Google Shape;805;g36d7211e311_0_8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6" name="Google Shape;806;g36d7211e311_0_815"/>
          <p:cNvGrpSpPr/>
          <p:nvPr/>
        </p:nvGrpSpPr>
        <p:grpSpPr>
          <a:xfrm>
            <a:off x="16364200" y="1"/>
            <a:ext cx="2079805" cy="2079809"/>
            <a:chOff x="0" y="-47625"/>
            <a:chExt cx="1866300" cy="202200"/>
          </a:xfrm>
        </p:grpSpPr>
        <p:sp>
          <p:nvSpPr>
            <p:cNvPr id="807" name="Google Shape;807;g36d7211e311_0_81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08" name="Google Shape;808;g36d7211e311_0_81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09" name="Google Shape;809;g36d7211e311_0_815"/>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810" name="Google Shape;810;g36d7211e311_0_815"/>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Recursive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811" name="Google Shape;811;g36d7211e311_0_815"/>
          <p:cNvSpPr txBox="1"/>
          <p:nvPr/>
        </p:nvSpPr>
        <p:spPr>
          <a:xfrm>
            <a:off x="783213" y="2784163"/>
            <a:ext cx="162579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Recursive function maksudnya adalah function yang memanggil dirinya sendiri sampai suatu kondisi pemanggilan dirinya berhenti. Contoh:</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p:txBody>
      </p:sp>
      <p:pic>
        <p:nvPicPr>
          <p:cNvPr id="812" name="Google Shape;812;g36d7211e311_0_815"/>
          <p:cNvPicPr preferRelativeResize="0"/>
          <p:nvPr/>
        </p:nvPicPr>
        <p:blipFill>
          <a:blip r:embed="rId10">
            <a:alphaModFix/>
          </a:blip>
          <a:stretch>
            <a:fillRect/>
          </a:stretch>
        </p:blipFill>
        <p:spPr>
          <a:xfrm>
            <a:off x="4040125" y="3971669"/>
            <a:ext cx="9168283" cy="55480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6d7211e311_0_85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818" name="Google Shape;818;g36d7211e311_0_853"/>
          <p:cNvGrpSpPr/>
          <p:nvPr/>
        </p:nvGrpSpPr>
        <p:grpSpPr>
          <a:xfrm>
            <a:off x="404425" y="538273"/>
            <a:ext cx="17884193" cy="1526934"/>
            <a:chOff x="0" y="-47625"/>
            <a:chExt cx="1866300" cy="202200"/>
          </a:xfrm>
        </p:grpSpPr>
        <p:sp>
          <p:nvSpPr>
            <p:cNvPr id="819" name="Google Shape;819;g36d7211e311_0_85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820" name="Google Shape;820;g36d7211e311_0_853"/>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1" name="Google Shape;821;g36d7211e311_0_853"/>
          <p:cNvGrpSpPr/>
          <p:nvPr/>
        </p:nvGrpSpPr>
        <p:grpSpPr>
          <a:xfrm>
            <a:off x="17581435" y="-117747"/>
            <a:ext cx="2079793" cy="2079793"/>
            <a:chOff x="0" y="0"/>
            <a:chExt cx="812800" cy="812800"/>
          </a:xfrm>
        </p:grpSpPr>
        <p:sp>
          <p:nvSpPr>
            <p:cNvPr id="822" name="Google Shape;822;g36d7211e311_0_85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g36d7211e311_0_85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4" name="Google Shape;824;g36d7211e311_0_853"/>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825" name="Google Shape;825;g36d7211e311_0_853"/>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826" name="Google Shape;826;g36d7211e311_0_853"/>
          <p:cNvGrpSpPr/>
          <p:nvPr/>
        </p:nvGrpSpPr>
        <p:grpSpPr>
          <a:xfrm>
            <a:off x="-3028412" y="2805165"/>
            <a:ext cx="3811626" cy="3811626"/>
            <a:chOff x="0" y="0"/>
            <a:chExt cx="812800" cy="812800"/>
          </a:xfrm>
        </p:grpSpPr>
        <p:sp>
          <p:nvSpPr>
            <p:cNvPr id="827" name="Google Shape;827;g36d7211e311_0_85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g36d7211e311_0_85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9" name="Google Shape;829;g36d7211e311_0_853"/>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830" name="Google Shape;830;g36d7211e311_0_853"/>
          <p:cNvGrpSpPr/>
          <p:nvPr/>
        </p:nvGrpSpPr>
        <p:grpSpPr>
          <a:xfrm>
            <a:off x="0" y="-180827"/>
            <a:ext cx="7086154" cy="767733"/>
            <a:chOff x="0" y="-47625"/>
            <a:chExt cx="1866300" cy="202200"/>
          </a:xfrm>
        </p:grpSpPr>
        <p:sp>
          <p:nvSpPr>
            <p:cNvPr id="831" name="Google Shape;831;g36d7211e311_0_85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32" name="Google Shape;832;g36d7211e311_0_85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33" name="Google Shape;833;g36d7211e311_0_853"/>
          <p:cNvGrpSpPr/>
          <p:nvPr/>
        </p:nvGrpSpPr>
        <p:grpSpPr>
          <a:xfrm>
            <a:off x="11202461" y="9519722"/>
            <a:ext cx="7086154" cy="767733"/>
            <a:chOff x="0" y="-47625"/>
            <a:chExt cx="1866300" cy="202200"/>
          </a:xfrm>
        </p:grpSpPr>
        <p:sp>
          <p:nvSpPr>
            <p:cNvPr id="834" name="Google Shape;834;g36d7211e311_0_85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35" name="Google Shape;835;g36d7211e311_0_85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36" name="Google Shape;836;g36d7211e311_0_853"/>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837" name="Google Shape;837;g36d7211e311_0_853"/>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838" name="Google Shape;838;g36d7211e311_0_853"/>
          <p:cNvGrpSpPr/>
          <p:nvPr/>
        </p:nvGrpSpPr>
        <p:grpSpPr>
          <a:xfrm>
            <a:off x="10124713" y="-17227"/>
            <a:ext cx="620898" cy="620898"/>
            <a:chOff x="478220" y="346380"/>
            <a:chExt cx="812800" cy="812800"/>
          </a:xfrm>
        </p:grpSpPr>
        <p:sp>
          <p:nvSpPr>
            <p:cNvPr id="839" name="Google Shape;839;g36d7211e311_0_853"/>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g36d7211e311_0_853"/>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841" name="Google Shape;841;g36d7211e311_0_853"/>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842" name="Google Shape;842;g36d7211e311_0_853"/>
          <p:cNvGrpSpPr/>
          <p:nvPr/>
        </p:nvGrpSpPr>
        <p:grpSpPr>
          <a:xfrm>
            <a:off x="-71075" y="-117750"/>
            <a:ext cx="620918" cy="2182951"/>
            <a:chOff x="0" y="-47625"/>
            <a:chExt cx="1866300" cy="202200"/>
          </a:xfrm>
        </p:grpSpPr>
        <p:sp>
          <p:nvSpPr>
            <p:cNvPr id="843" name="Google Shape;843;g36d7211e311_0_85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44" name="Google Shape;844;g36d7211e311_0_85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5" name="Google Shape;845;g36d7211e311_0_853"/>
          <p:cNvGrpSpPr/>
          <p:nvPr/>
        </p:nvGrpSpPr>
        <p:grpSpPr>
          <a:xfrm>
            <a:off x="16364200" y="1"/>
            <a:ext cx="2079805" cy="2079809"/>
            <a:chOff x="0" y="-47625"/>
            <a:chExt cx="1866300" cy="202200"/>
          </a:xfrm>
        </p:grpSpPr>
        <p:sp>
          <p:nvSpPr>
            <p:cNvPr id="846" name="Google Shape;846;g36d7211e311_0_85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47" name="Google Shape;847;g36d7211e311_0_85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48" name="Google Shape;848;g36d7211e311_0_853"/>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849" name="Google Shape;849;g36d7211e311_0_853"/>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First-class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850" name="Google Shape;850;g36d7211e311_0_853"/>
          <p:cNvSpPr txBox="1"/>
          <p:nvPr/>
        </p:nvSpPr>
        <p:spPr>
          <a:xfrm>
            <a:off x="783213" y="2784163"/>
            <a:ext cx="162579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First-class function maksudnya adalah menjadikan fungsi layaknya class atau dalam hal ini kita bisa mendeklarasikan fungsi di dalam fungsi yang lain. Contoh:</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p:txBody>
      </p:sp>
      <p:pic>
        <p:nvPicPr>
          <p:cNvPr id="851" name="Google Shape;851;g36d7211e311_0_853"/>
          <p:cNvPicPr preferRelativeResize="0"/>
          <p:nvPr/>
        </p:nvPicPr>
        <p:blipFill>
          <a:blip r:embed="rId10">
            <a:alphaModFix/>
          </a:blip>
          <a:stretch>
            <a:fillRect/>
          </a:stretch>
        </p:blipFill>
        <p:spPr>
          <a:xfrm>
            <a:off x="3328213" y="4113032"/>
            <a:ext cx="11631568" cy="5548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6d7211e311_0_89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857" name="Google Shape;857;g36d7211e311_0_892"/>
          <p:cNvGrpSpPr/>
          <p:nvPr/>
        </p:nvGrpSpPr>
        <p:grpSpPr>
          <a:xfrm>
            <a:off x="404425" y="538273"/>
            <a:ext cx="17884193" cy="1526934"/>
            <a:chOff x="0" y="-47625"/>
            <a:chExt cx="1866300" cy="202200"/>
          </a:xfrm>
        </p:grpSpPr>
        <p:sp>
          <p:nvSpPr>
            <p:cNvPr id="858" name="Google Shape;858;g36d7211e311_0_89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859" name="Google Shape;859;g36d7211e311_0_892"/>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60" name="Google Shape;860;g36d7211e311_0_892"/>
          <p:cNvGrpSpPr/>
          <p:nvPr/>
        </p:nvGrpSpPr>
        <p:grpSpPr>
          <a:xfrm>
            <a:off x="17581435" y="-117747"/>
            <a:ext cx="2079793" cy="2079793"/>
            <a:chOff x="0" y="0"/>
            <a:chExt cx="812800" cy="812800"/>
          </a:xfrm>
        </p:grpSpPr>
        <p:sp>
          <p:nvSpPr>
            <p:cNvPr id="861" name="Google Shape;861;g36d7211e311_0_89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g36d7211e311_0_89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3" name="Google Shape;863;g36d7211e311_0_892"/>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864" name="Google Shape;864;g36d7211e311_0_892"/>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865" name="Google Shape;865;g36d7211e311_0_892"/>
          <p:cNvGrpSpPr/>
          <p:nvPr/>
        </p:nvGrpSpPr>
        <p:grpSpPr>
          <a:xfrm>
            <a:off x="-3028412" y="2805165"/>
            <a:ext cx="3811626" cy="3811626"/>
            <a:chOff x="0" y="0"/>
            <a:chExt cx="812800" cy="812800"/>
          </a:xfrm>
        </p:grpSpPr>
        <p:sp>
          <p:nvSpPr>
            <p:cNvPr id="866" name="Google Shape;866;g36d7211e311_0_89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g36d7211e311_0_89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8" name="Google Shape;868;g36d7211e311_0_892"/>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869" name="Google Shape;869;g36d7211e311_0_892"/>
          <p:cNvGrpSpPr/>
          <p:nvPr/>
        </p:nvGrpSpPr>
        <p:grpSpPr>
          <a:xfrm>
            <a:off x="0" y="-180827"/>
            <a:ext cx="7086154" cy="767733"/>
            <a:chOff x="0" y="-47625"/>
            <a:chExt cx="1866300" cy="202200"/>
          </a:xfrm>
        </p:grpSpPr>
        <p:sp>
          <p:nvSpPr>
            <p:cNvPr id="870" name="Google Shape;870;g36d7211e311_0_89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71" name="Google Shape;871;g36d7211e311_0_89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2" name="Google Shape;872;g36d7211e311_0_892"/>
          <p:cNvGrpSpPr/>
          <p:nvPr/>
        </p:nvGrpSpPr>
        <p:grpSpPr>
          <a:xfrm>
            <a:off x="11202461" y="9519722"/>
            <a:ext cx="7086154" cy="767733"/>
            <a:chOff x="0" y="-47625"/>
            <a:chExt cx="1866300" cy="202200"/>
          </a:xfrm>
        </p:grpSpPr>
        <p:sp>
          <p:nvSpPr>
            <p:cNvPr id="873" name="Google Shape;873;g36d7211e311_0_89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74" name="Google Shape;874;g36d7211e311_0_89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5" name="Google Shape;875;g36d7211e311_0_892"/>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876" name="Google Shape;876;g36d7211e311_0_892"/>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877" name="Google Shape;877;g36d7211e311_0_892"/>
          <p:cNvGrpSpPr/>
          <p:nvPr/>
        </p:nvGrpSpPr>
        <p:grpSpPr>
          <a:xfrm>
            <a:off x="10124713" y="-17227"/>
            <a:ext cx="620898" cy="620898"/>
            <a:chOff x="478220" y="346380"/>
            <a:chExt cx="812800" cy="812800"/>
          </a:xfrm>
        </p:grpSpPr>
        <p:sp>
          <p:nvSpPr>
            <p:cNvPr id="878" name="Google Shape;878;g36d7211e311_0_892"/>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g36d7211e311_0_892"/>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880" name="Google Shape;880;g36d7211e311_0_892"/>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881" name="Google Shape;881;g36d7211e311_0_892"/>
          <p:cNvGrpSpPr/>
          <p:nvPr/>
        </p:nvGrpSpPr>
        <p:grpSpPr>
          <a:xfrm>
            <a:off x="-71075" y="-117750"/>
            <a:ext cx="620918" cy="2182951"/>
            <a:chOff x="0" y="-47625"/>
            <a:chExt cx="1866300" cy="202200"/>
          </a:xfrm>
        </p:grpSpPr>
        <p:sp>
          <p:nvSpPr>
            <p:cNvPr id="882" name="Google Shape;882;g36d7211e311_0_89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83" name="Google Shape;883;g36d7211e311_0_89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4" name="Google Shape;884;g36d7211e311_0_892"/>
          <p:cNvGrpSpPr/>
          <p:nvPr/>
        </p:nvGrpSpPr>
        <p:grpSpPr>
          <a:xfrm>
            <a:off x="16364200" y="1"/>
            <a:ext cx="2079805" cy="2079809"/>
            <a:chOff x="0" y="-47625"/>
            <a:chExt cx="1866300" cy="202200"/>
          </a:xfrm>
        </p:grpSpPr>
        <p:sp>
          <p:nvSpPr>
            <p:cNvPr id="885" name="Google Shape;885;g36d7211e311_0_89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886" name="Google Shape;886;g36d7211e311_0_89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7" name="Google Shape;887;g36d7211e311_0_892"/>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888" name="Google Shape;888;g36d7211e311_0_892"/>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Currying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889" name="Google Shape;889;g36d7211e311_0_892"/>
          <p:cNvSpPr txBox="1"/>
          <p:nvPr/>
        </p:nvSpPr>
        <p:spPr>
          <a:xfrm>
            <a:off x="783213" y="2784163"/>
            <a:ext cx="162579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Montserrat"/>
                <a:ea typeface="Montserrat"/>
                <a:cs typeface="Montserrat"/>
                <a:sym typeface="Montserrat"/>
              </a:rPr>
              <a:t>Fungsi currying adalah teknik untuk mengubah bentuk suatu fungsi dengan beberapa argumen menjadi sebuah fungsi anak yang berurutan.</a:t>
            </a:r>
            <a:endParaRPr sz="3200">
              <a:latin typeface="Montserrat"/>
              <a:ea typeface="Montserrat"/>
              <a:cs typeface="Montserrat"/>
              <a:sym typeface="Montserrat"/>
            </a:endParaRPr>
          </a:p>
          <a:p>
            <a:pPr indent="0" lvl="0" marL="0" rtl="0" algn="l">
              <a:spcBef>
                <a:spcPts val="0"/>
              </a:spcBef>
              <a:spcAft>
                <a:spcPts val="0"/>
              </a:spcAft>
              <a:buNone/>
            </a:pPr>
            <a:r>
              <a:rPr lang="en-US" sz="3200">
                <a:latin typeface="Montserrat"/>
                <a:ea typeface="Montserrat"/>
                <a:cs typeface="Montserrat"/>
                <a:sym typeface="Montserrat"/>
              </a:rPr>
              <a:t>Fungsi currying akan mengembalikan fungsi baru yang sesuai dengan argumen berikutnya. Contoh:</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a:p>
            <a:pPr indent="0" lvl="0" marL="0" rtl="0" algn="l">
              <a:spcBef>
                <a:spcPts val="0"/>
              </a:spcBef>
              <a:spcAft>
                <a:spcPts val="0"/>
              </a:spcAft>
              <a:buNone/>
            </a:pPr>
            <a:r>
              <a:t/>
            </a:r>
            <a:endParaRPr sz="3200">
              <a:latin typeface="Montserrat"/>
              <a:ea typeface="Montserrat"/>
              <a:cs typeface="Montserrat"/>
              <a:sym typeface="Montserrat"/>
            </a:endParaRPr>
          </a:p>
        </p:txBody>
      </p:sp>
      <p:pic>
        <p:nvPicPr>
          <p:cNvPr id="890" name="Google Shape;890;g36d7211e311_0_892"/>
          <p:cNvPicPr preferRelativeResize="0"/>
          <p:nvPr/>
        </p:nvPicPr>
        <p:blipFill>
          <a:blip r:embed="rId10">
            <a:alphaModFix/>
          </a:blip>
          <a:stretch>
            <a:fillRect/>
          </a:stretch>
        </p:blipFill>
        <p:spPr>
          <a:xfrm>
            <a:off x="5024457" y="4838307"/>
            <a:ext cx="6905400" cy="52718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6d7211e311_0_9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896" name="Google Shape;896;g36d7211e311_0_931"/>
          <p:cNvGrpSpPr/>
          <p:nvPr/>
        </p:nvGrpSpPr>
        <p:grpSpPr>
          <a:xfrm>
            <a:off x="404425" y="538273"/>
            <a:ext cx="17884193" cy="1526934"/>
            <a:chOff x="0" y="-47625"/>
            <a:chExt cx="1866300" cy="202200"/>
          </a:xfrm>
        </p:grpSpPr>
        <p:sp>
          <p:nvSpPr>
            <p:cNvPr id="897" name="Google Shape;897;g36d7211e311_0_93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898" name="Google Shape;898;g36d7211e311_0_931"/>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99" name="Google Shape;899;g36d7211e311_0_931"/>
          <p:cNvGrpSpPr/>
          <p:nvPr/>
        </p:nvGrpSpPr>
        <p:grpSpPr>
          <a:xfrm>
            <a:off x="17581435" y="-117747"/>
            <a:ext cx="2079793" cy="2079793"/>
            <a:chOff x="0" y="0"/>
            <a:chExt cx="812800" cy="812800"/>
          </a:xfrm>
        </p:grpSpPr>
        <p:sp>
          <p:nvSpPr>
            <p:cNvPr id="900" name="Google Shape;900;g36d7211e311_0_9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g36d7211e311_0_93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2" name="Google Shape;902;g36d7211e311_0_931"/>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903" name="Google Shape;903;g36d7211e311_0_931"/>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904" name="Google Shape;904;g36d7211e311_0_931"/>
          <p:cNvGrpSpPr/>
          <p:nvPr/>
        </p:nvGrpSpPr>
        <p:grpSpPr>
          <a:xfrm>
            <a:off x="-3028412" y="2805165"/>
            <a:ext cx="3811626" cy="3811626"/>
            <a:chOff x="0" y="0"/>
            <a:chExt cx="812800" cy="812800"/>
          </a:xfrm>
        </p:grpSpPr>
        <p:sp>
          <p:nvSpPr>
            <p:cNvPr id="905" name="Google Shape;905;g36d7211e311_0_9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g36d7211e311_0_931"/>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7" name="Google Shape;907;g36d7211e311_0_931"/>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908" name="Google Shape;908;g36d7211e311_0_931"/>
          <p:cNvGrpSpPr/>
          <p:nvPr/>
        </p:nvGrpSpPr>
        <p:grpSpPr>
          <a:xfrm>
            <a:off x="0" y="-180827"/>
            <a:ext cx="7086154" cy="767733"/>
            <a:chOff x="0" y="-47625"/>
            <a:chExt cx="1866300" cy="202200"/>
          </a:xfrm>
        </p:grpSpPr>
        <p:sp>
          <p:nvSpPr>
            <p:cNvPr id="909" name="Google Shape;909;g36d7211e311_0_93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10" name="Google Shape;910;g36d7211e311_0_93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1" name="Google Shape;911;g36d7211e311_0_931"/>
          <p:cNvGrpSpPr/>
          <p:nvPr/>
        </p:nvGrpSpPr>
        <p:grpSpPr>
          <a:xfrm>
            <a:off x="11202461" y="9519722"/>
            <a:ext cx="7086154" cy="767733"/>
            <a:chOff x="0" y="-47625"/>
            <a:chExt cx="1866300" cy="202200"/>
          </a:xfrm>
        </p:grpSpPr>
        <p:sp>
          <p:nvSpPr>
            <p:cNvPr id="912" name="Google Shape;912;g36d7211e311_0_93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13" name="Google Shape;913;g36d7211e311_0_93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4" name="Google Shape;914;g36d7211e311_0_931"/>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915" name="Google Shape;915;g36d7211e311_0_931"/>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916" name="Google Shape;916;g36d7211e311_0_931"/>
          <p:cNvGrpSpPr/>
          <p:nvPr/>
        </p:nvGrpSpPr>
        <p:grpSpPr>
          <a:xfrm>
            <a:off x="10124713" y="-17227"/>
            <a:ext cx="620898" cy="620898"/>
            <a:chOff x="478220" y="346380"/>
            <a:chExt cx="812800" cy="812800"/>
          </a:xfrm>
        </p:grpSpPr>
        <p:sp>
          <p:nvSpPr>
            <p:cNvPr id="917" name="Google Shape;917;g36d7211e311_0_931"/>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g36d7211e311_0_931"/>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919" name="Google Shape;919;g36d7211e311_0_931"/>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920" name="Google Shape;920;g36d7211e311_0_931"/>
          <p:cNvGrpSpPr/>
          <p:nvPr/>
        </p:nvGrpSpPr>
        <p:grpSpPr>
          <a:xfrm>
            <a:off x="-71075" y="-117750"/>
            <a:ext cx="620918" cy="2182951"/>
            <a:chOff x="0" y="-47625"/>
            <a:chExt cx="1866300" cy="202200"/>
          </a:xfrm>
        </p:grpSpPr>
        <p:sp>
          <p:nvSpPr>
            <p:cNvPr id="921" name="Google Shape;921;g36d7211e311_0_93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22" name="Google Shape;922;g36d7211e311_0_93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3" name="Google Shape;923;g36d7211e311_0_931"/>
          <p:cNvGrpSpPr/>
          <p:nvPr/>
        </p:nvGrpSpPr>
        <p:grpSpPr>
          <a:xfrm>
            <a:off x="16364200" y="1"/>
            <a:ext cx="2079805" cy="2079809"/>
            <a:chOff x="0" y="-47625"/>
            <a:chExt cx="1866300" cy="202200"/>
          </a:xfrm>
        </p:grpSpPr>
        <p:sp>
          <p:nvSpPr>
            <p:cNvPr id="924" name="Google Shape;924;g36d7211e311_0_931"/>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25" name="Google Shape;925;g36d7211e311_0_931"/>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6" name="Google Shape;926;g36d7211e311_0_931"/>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927" name="Google Shape;927;g36d7211e311_0_931"/>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Currying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928" name="Google Shape;928;g36d7211e311_0_931"/>
          <p:cNvSpPr txBox="1"/>
          <p:nvPr/>
        </p:nvSpPr>
        <p:spPr>
          <a:xfrm>
            <a:off x="783213" y="2784163"/>
            <a:ext cx="16257900" cy="395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2"/>
                </a:solidFill>
                <a:latin typeface="Montserrat"/>
                <a:ea typeface="Montserrat"/>
                <a:cs typeface="Montserrat"/>
                <a:sym typeface="Montserrat"/>
              </a:rPr>
              <a:t>Apa Keunggulan Currying Function</a:t>
            </a:r>
            <a:endParaRPr b="1" sz="35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3500">
              <a:latin typeface="Montserrat"/>
              <a:ea typeface="Montserrat"/>
              <a:cs typeface="Montserrat"/>
              <a:sym typeface="Montserrat"/>
            </a:endParaRPr>
          </a:p>
          <a:p>
            <a:pPr indent="0" lvl="0" marL="0" rtl="0" algn="l">
              <a:spcBef>
                <a:spcPts val="0"/>
              </a:spcBef>
              <a:spcAft>
                <a:spcPts val="0"/>
              </a:spcAft>
              <a:buNone/>
            </a:pPr>
            <a:r>
              <a:rPr lang="en-US" sz="3500">
                <a:latin typeface="Montserrat"/>
                <a:ea typeface="Montserrat"/>
                <a:cs typeface="Montserrat"/>
                <a:sym typeface="Montserrat"/>
              </a:rPr>
              <a:t>pada contoh sebelumnya masih terasa Keunggulan dari currying function kecuali hanya untuk memberikan contoh bentuk dasarnya.</a:t>
            </a:r>
            <a:endParaRPr sz="3500">
              <a:latin typeface="Montserrat"/>
              <a:ea typeface="Montserrat"/>
              <a:cs typeface="Montserrat"/>
              <a:sym typeface="Montserrat"/>
            </a:endParaRPr>
          </a:p>
          <a:p>
            <a:pPr indent="0" lvl="0" marL="0" rtl="0" algn="l">
              <a:spcBef>
                <a:spcPts val="0"/>
              </a:spcBef>
              <a:spcAft>
                <a:spcPts val="0"/>
              </a:spcAft>
              <a:buNone/>
            </a:pPr>
            <a:r>
              <a:t/>
            </a:r>
            <a:endParaRPr sz="3500">
              <a:latin typeface="Montserrat"/>
              <a:ea typeface="Montserrat"/>
              <a:cs typeface="Montserrat"/>
              <a:sym typeface="Montserrat"/>
            </a:endParaRPr>
          </a:p>
          <a:p>
            <a:pPr indent="0" lvl="0" marL="0" rtl="0" algn="l">
              <a:spcBef>
                <a:spcPts val="0"/>
              </a:spcBef>
              <a:spcAft>
                <a:spcPts val="0"/>
              </a:spcAft>
              <a:buNone/>
            </a:pPr>
            <a:r>
              <a:rPr lang="en-US" sz="3500">
                <a:latin typeface="Montserrat"/>
                <a:ea typeface="Montserrat"/>
                <a:cs typeface="Montserrat"/>
                <a:sym typeface="Montserrat"/>
              </a:rPr>
              <a:t>Teknik currying ini sangat berguna jika terdapat argumen dari fungsi itu yang membutuhkan komputasi berat</a:t>
            </a:r>
            <a:endParaRPr sz="3500">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g36d7211e311_0_97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934" name="Google Shape;934;g36d7211e311_0_970"/>
          <p:cNvGrpSpPr/>
          <p:nvPr/>
        </p:nvGrpSpPr>
        <p:grpSpPr>
          <a:xfrm>
            <a:off x="404425" y="538273"/>
            <a:ext cx="17884193" cy="1526934"/>
            <a:chOff x="0" y="-47625"/>
            <a:chExt cx="1866300" cy="202200"/>
          </a:xfrm>
        </p:grpSpPr>
        <p:sp>
          <p:nvSpPr>
            <p:cNvPr id="935" name="Google Shape;935;g36d7211e311_0_97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936" name="Google Shape;936;g36d7211e311_0_970"/>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7" name="Google Shape;937;g36d7211e311_0_970"/>
          <p:cNvGrpSpPr/>
          <p:nvPr/>
        </p:nvGrpSpPr>
        <p:grpSpPr>
          <a:xfrm>
            <a:off x="17581435" y="-117747"/>
            <a:ext cx="2079793" cy="2079793"/>
            <a:chOff x="0" y="0"/>
            <a:chExt cx="812800" cy="812800"/>
          </a:xfrm>
        </p:grpSpPr>
        <p:sp>
          <p:nvSpPr>
            <p:cNvPr id="938" name="Google Shape;938;g36d7211e311_0_97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g36d7211e311_0_97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0" name="Google Shape;940;g36d7211e311_0_970"/>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941" name="Google Shape;941;g36d7211e311_0_970"/>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942" name="Google Shape;942;g36d7211e311_0_970"/>
          <p:cNvGrpSpPr/>
          <p:nvPr/>
        </p:nvGrpSpPr>
        <p:grpSpPr>
          <a:xfrm>
            <a:off x="-3028412" y="2805165"/>
            <a:ext cx="3811626" cy="3811626"/>
            <a:chOff x="0" y="0"/>
            <a:chExt cx="812800" cy="812800"/>
          </a:xfrm>
        </p:grpSpPr>
        <p:sp>
          <p:nvSpPr>
            <p:cNvPr id="943" name="Google Shape;943;g36d7211e311_0_97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g36d7211e311_0_97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5" name="Google Shape;945;g36d7211e311_0_970"/>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946" name="Google Shape;946;g36d7211e311_0_970"/>
          <p:cNvGrpSpPr/>
          <p:nvPr/>
        </p:nvGrpSpPr>
        <p:grpSpPr>
          <a:xfrm>
            <a:off x="0" y="-180827"/>
            <a:ext cx="7086154" cy="767733"/>
            <a:chOff x="0" y="-47625"/>
            <a:chExt cx="1866300" cy="202200"/>
          </a:xfrm>
        </p:grpSpPr>
        <p:sp>
          <p:nvSpPr>
            <p:cNvPr id="947" name="Google Shape;947;g36d7211e311_0_97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48" name="Google Shape;948;g36d7211e311_0_97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9" name="Google Shape;949;g36d7211e311_0_970"/>
          <p:cNvGrpSpPr/>
          <p:nvPr/>
        </p:nvGrpSpPr>
        <p:grpSpPr>
          <a:xfrm>
            <a:off x="11202461" y="9519722"/>
            <a:ext cx="7086154" cy="767733"/>
            <a:chOff x="0" y="-47625"/>
            <a:chExt cx="1866300" cy="202200"/>
          </a:xfrm>
        </p:grpSpPr>
        <p:sp>
          <p:nvSpPr>
            <p:cNvPr id="950" name="Google Shape;950;g36d7211e311_0_97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51" name="Google Shape;951;g36d7211e311_0_97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2" name="Google Shape;952;g36d7211e311_0_970"/>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953" name="Google Shape;953;g36d7211e311_0_970"/>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954" name="Google Shape;954;g36d7211e311_0_970"/>
          <p:cNvGrpSpPr/>
          <p:nvPr/>
        </p:nvGrpSpPr>
        <p:grpSpPr>
          <a:xfrm>
            <a:off x="10124713" y="-17227"/>
            <a:ext cx="620898" cy="620898"/>
            <a:chOff x="478220" y="346380"/>
            <a:chExt cx="812800" cy="812800"/>
          </a:xfrm>
        </p:grpSpPr>
        <p:sp>
          <p:nvSpPr>
            <p:cNvPr id="955" name="Google Shape;955;g36d7211e311_0_970"/>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g36d7211e311_0_970"/>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957" name="Google Shape;957;g36d7211e311_0_970"/>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958" name="Google Shape;958;g36d7211e311_0_970"/>
          <p:cNvGrpSpPr/>
          <p:nvPr/>
        </p:nvGrpSpPr>
        <p:grpSpPr>
          <a:xfrm>
            <a:off x="-71075" y="-117750"/>
            <a:ext cx="620918" cy="2182951"/>
            <a:chOff x="0" y="-47625"/>
            <a:chExt cx="1866300" cy="202200"/>
          </a:xfrm>
        </p:grpSpPr>
        <p:sp>
          <p:nvSpPr>
            <p:cNvPr id="959" name="Google Shape;959;g36d7211e311_0_97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60" name="Google Shape;960;g36d7211e311_0_97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1" name="Google Shape;961;g36d7211e311_0_970"/>
          <p:cNvGrpSpPr/>
          <p:nvPr/>
        </p:nvGrpSpPr>
        <p:grpSpPr>
          <a:xfrm>
            <a:off x="16364200" y="1"/>
            <a:ext cx="2079805" cy="2079809"/>
            <a:chOff x="0" y="-47625"/>
            <a:chExt cx="1866300" cy="202200"/>
          </a:xfrm>
        </p:grpSpPr>
        <p:sp>
          <p:nvSpPr>
            <p:cNvPr id="962" name="Google Shape;962;g36d7211e311_0_97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63" name="Google Shape;963;g36d7211e311_0_97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64" name="Google Shape;964;g36d7211e311_0_970"/>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965" name="Google Shape;965;g36d7211e311_0_970"/>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Currying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966" name="Google Shape;966;g36d7211e311_0_970"/>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2"/>
                </a:solidFill>
                <a:latin typeface="Montserrat"/>
                <a:ea typeface="Montserrat"/>
                <a:cs typeface="Montserrat"/>
                <a:sym typeface="Montserrat"/>
              </a:rPr>
              <a:t>Contoh Komputasi berat tanpa currying function</a:t>
            </a:r>
            <a:endParaRPr sz="3500">
              <a:latin typeface="Montserrat"/>
              <a:ea typeface="Montserrat"/>
              <a:cs typeface="Montserrat"/>
              <a:sym typeface="Montserrat"/>
            </a:endParaRPr>
          </a:p>
        </p:txBody>
      </p:sp>
      <p:pic>
        <p:nvPicPr>
          <p:cNvPr id="967" name="Google Shape;967;g36d7211e311_0_970"/>
          <p:cNvPicPr preferRelativeResize="0"/>
          <p:nvPr/>
        </p:nvPicPr>
        <p:blipFill>
          <a:blip r:embed="rId10">
            <a:alphaModFix/>
          </a:blip>
          <a:stretch>
            <a:fillRect/>
          </a:stretch>
        </p:blipFill>
        <p:spPr>
          <a:xfrm>
            <a:off x="4318187" y="3645475"/>
            <a:ext cx="9651626" cy="6386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6d7211e311_0_100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973" name="Google Shape;973;g36d7211e311_0_1008"/>
          <p:cNvGrpSpPr/>
          <p:nvPr/>
        </p:nvGrpSpPr>
        <p:grpSpPr>
          <a:xfrm>
            <a:off x="404425" y="538273"/>
            <a:ext cx="17884193" cy="1526934"/>
            <a:chOff x="0" y="-47625"/>
            <a:chExt cx="1866300" cy="202200"/>
          </a:xfrm>
        </p:grpSpPr>
        <p:sp>
          <p:nvSpPr>
            <p:cNvPr id="974" name="Google Shape;974;g36d7211e311_0_100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975" name="Google Shape;975;g36d7211e311_0_1008"/>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76" name="Google Shape;976;g36d7211e311_0_1008"/>
          <p:cNvGrpSpPr/>
          <p:nvPr/>
        </p:nvGrpSpPr>
        <p:grpSpPr>
          <a:xfrm>
            <a:off x="17581435" y="-117747"/>
            <a:ext cx="2079793" cy="2079793"/>
            <a:chOff x="0" y="0"/>
            <a:chExt cx="812800" cy="812800"/>
          </a:xfrm>
        </p:grpSpPr>
        <p:sp>
          <p:nvSpPr>
            <p:cNvPr id="977" name="Google Shape;977;g36d7211e311_0_100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g36d7211e311_0_1008"/>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9" name="Google Shape;979;g36d7211e311_0_1008"/>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980" name="Google Shape;980;g36d7211e311_0_1008"/>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981" name="Google Shape;981;g36d7211e311_0_1008"/>
          <p:cNvGrpSpPr/>
          <p:nvPr/>
        </p:nvGrpSpPr>
        <p:grpSpPr>
          <a:xfrm>
            <a:off x="-3028412" y="2805165"/>
            <a:ext cx="3811626" cy="3811626"/>
            <a:chOff x="0" y="0"/>
            <a:chExt cx="812800" cy="812800"/>
          </a:xfrm>
        </p:grpSpPr>
        <p:sp>
          <p:nvSpPr>
            <p:cNvPr id="982" name="Google Shape;982;g36d7211e311_0_100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g36d7211e311_0_1008"/>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4" name="Google Shape;984;g36d7211e311_0_1008"/>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985" name="Google Shape;985;g36d7211e311_0_1008"/>
          <p:cNvGrpSpPr/>
          <p:nvPr/>
        </p:nvGrpSpPr>
        <p:grpSpPr>
          <a:xfrm>
            <a:off x="0" y="-180827"/>
            <a:ext cx="7086154" cy="767733"/>
            <a:chOff x="0" y="-47625"/>
            <a:chExt cx="1866300" cy="202200"/>
          </a:xfrm>
        </p:grpSpPr>
        <p:sp>
          <p:nvSpPr>
            <p:cNvPr id="986" name="Google Shape;986;g36d7211e311_0_100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87" name="Google Shape;987;g36d7211e311_0_100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88" name="Google Shape;988;g36d7211e311_0_1008"/>
          <p:cNvGrpSpPr/>
          <p:nvPr/>
        </p:nvGrpSpPr>
        <p:grpSpPr>
          <a:xfrm>
            <a:off x="11202461" y="9519722"/>
            <a:ext cx="7086154" cy="767733"/>
            <a:chOff x="0" y="-47625"/>
            <a:chExt cx="1866300" cy="202200"/>
          </a:xfrm>
        </p:grpSpPr>
        <p:sp>
          <p:nvSpPr>
            <p:cNvPr id="989" name="Google Shape;989;g36d7211e311_0_100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90" name="Google Shape;990;g36d7211e311_0_100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91" name="Google Shape;991;g36d7211e311_0_1008"/>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992" name="Google Shape;992;g36d7211e311_0_1008"/>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993" name="Google Shape;993;g36d7211e311_0_1008"/>
          <p:cNvGrpSpPr/>
          <p:nvPr/>
        </p:nvGrpSpPr>
        <p:grpSpPr>
          <a:xfrm>
            <a:off x="10124713" y="-17227"/>
            <a:ext cx="620898" cy="620898"/>
            <a:chOff x="478220" y="346380"/>
            <a:chExt cx="812800" cy="812800"/>
          </a:xfrm>
        </p:grpSpPr>
        <p:sp>
          <p:nvSpPr>
            <p:cNvPr id="994" name="Google Shape;994;g36d7211e311_0_1008"/>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g36d7211e311_0_1008"/>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996" name="Google Shape;996;g36d7211e311_0_1008"/>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997" name="Google Shape;997;g36d7211e311_0_1008"/>
          <p:cNvGrpSpPr/>
          <p:nvPr/>
        </p:nvGrpSpPr>
        <p:grpSpPr>
          <a:xfrm>
            <a:off x="-71075" y="-117750"/>
            <a:ext cx="620918" cy="2182951"/>
            <a:chOff x="0" y="-47625"/>
            <a:chExt cx="1866300" cy="202200"/>
          </a:xfrm>
        </p:grpSpPr>
        <p:sp>
          <p:nvSpPr>
            <p:cNvPr id="998" name="Google Shape;998;g36d7211e311_0_100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999" name="Google Shape;999;g36d7211e311_0_100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0" name="Google Shape;1000;g36d7211e311_0_1008"/>
          <p:cNvGrpSpPr/>
          <p:nvPr/>
        </p:nvGrpSpPr>
        <p:grpSpPr>
          <a:xfrm>
            <a:off x="16364200" y="1"/>
            <a:ext cx="2079805" cy="2079809"/>
            <a:chOff x="0" y="-47625"/>
            <a:chExt cx="1866300" cy="202200"/>
          </a:xfrm>
        </p:grpSpPr>
        <p:sp>
          <p:nvSpPr>
            <p:cNvPr id="1001" name="Google Shape;1001;g36d7211e311_0_1008"/>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02" name="Google Shape;1002;g36d7211e311_0_1008"/>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3" name="Google Shape;1003;g36d7211e311_0_1008"/>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004" name="Google Shape;1004;g36d7211e311_0_1008"/>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Currying Function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005" name="Google Shape;1005;g36d7211e311_0_1008"/>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2"/>
                </a:solidFill>
                <a:latin typeface="Montserrat"/>
                <a:ea typeface="Montserrat"/>
                <a:cs typeface="Montserrat"/>
                <a:sym typeface="Montserrat"/>
              </a:rPr>
              <a:t>Contoh Komputasi berat dengan currying function</a:t>
            </a:r>
            <a:endParaRPr sz="3500">
              <a:latin typeface="Montserrat"/>
              <a:ea typeface="Montserrat"/>
              <a:cs typeface="Montserrat"/>
              <a:sym typeface="Montserrat"/>
            </a:endParaRPr>
          </a:p>
        </p:txBody>
      </p:sp>
      <p:pic>
        <p:nvPicPr>
          <p:cNvPr id="1006" name="Google Shape;1006;g36d7211e311_0_1008"/>
          <p:cNvPicPr preferRelativeResize="0"/>
          <p:nvPr/>
        </p:nvPicPr>
        <p:blipFill>
          <a:blip r:embed="rId10">
            <a:alphaModFix/>
          </a:blip>
          <a:stretch>
            <a:fillRect/>
          </a:stretch>
        </p:blipFill>
        <p:spPr>
          <a:xfrm>
            <a:off x="4855650" y="3667125"/>
            <a:ext cx="8576701" cy="6360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6d7211e311_0_104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012" name="Google Shape;1012;g36d7211e311_0_1047"/>
          <p:cNvGrpSpPr/>
          <p:nvPr/>
        </p:nvGrpSpPr>
        <p:grpSpPr>
          <a:xfrm>
            <a:off x="404425" y="538273"/>
            <a:ext cx="17884193" cy="1526934"/>
            <a:chOff x="0" y="-47625"/>
            <a:chExt cx="1866300" cy="202200"/>
          </a:xfrm>
        </p:grpSpPr>
        <p:sp>
          <p:nvSpPr>
            <p:cNvPr id="1013" name="Google Shape;1013;g36d7211e311_0_104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014" name="Google Shape;1014;g36d7211e311_0_1047"/>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15" name="Google Shape;1015;g36d7211e311_0_1047"/>
          <p:cNvGrpSpPr/>
          <p:nvPr/>
        </p:nvGrpSpPr>
        <p:grpSpPr>
          <a:xfrm>
            <a:off x="17581435" y="-117747"/>
            <a:ext cx="2079793" cy="2079793"/>
            <a:chOff x="0" y="0"/>
            <a:chExt cx="812800" cy="812800"/>
          </a:xfrm>
        </p:grpSpPr>
        <p:sp>
          <p:nvSpPr>
            <p:cNvPr id="1016" name="Google Shape;1016;g36d7211e311_0_10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g36d7211e311_0_104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8" name="Google Shape;1018;g36d7211e311_0_1047"/>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019" name="Google Shape;1019;g36d7211e311_0_1047"/>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020" name="Google Shape;1020;g36d7211e311_0_1047"/>
          <p:cNvGrpSpPr/>
          <p:nvPr/>
        </p:nvGrpSpPr>
        <p:grpSpPr>
          <a:xfrm>
            <a:off x="-3028412" y="2805165"/>
            <a:ext cx="3811626" cy="3811626"/>
            <a:chOff x="0" y="0"/>
            <a:chExt cx="812800" cy="812800"/>
          </a:xfrm>
        </p:grpSpPr>
        <p:sp>
          <p:nvSpPr>
            <p:cNvPr id="1021" name="Google Shape;1021;g36d7211e311_0_10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g36d7211e311_0_104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23" name="Google Shape;1023;g36d7211e311_0_1047"/>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024" name="Google Shape;1024;g36d7211e311_0_1047"/>
          <p:cNvGrpSpPr/>
          <p:nvPr/>
        </p:nvGrpSpPr>
        <p:grpSpPr>
          <a:xfrm>
            <a:off x="0" y="-180827"/>
            <a:ext cx="7086154" cy="767733"/>
            <a:chOff x="0" y="-47625"/>
            <a:chExt cx="1866300" cy="202200"/>
          </a:xfrm>
        </p:grpSpPr>
        <p:sp>
          <p:nvSpPr>
            <p:cNvPr id="1025" name="Google Shape;1025;g36d7211e311_0_104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26" name="Google Shape;1026;g36d7211e311_0_104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7" name="Google Shape;1027;g36d7211e311_0_1047"/>
          <p:cNvGrpSpPr/>
          <p:nvPr/>
        </p:nvGrpSpPr>
        <p:grpSpPr>
          <a:xfrm>
            <a:off x="11202461" y="9519722"/>
            <a:ext cx="7086154" cy="767733"/>
            <a:chOff x="0" y="-47625"/>
            <a:chExt cx="1866300" cy="202200"/>
          </a:xfrm>
        </p:grpSpPr>
        <p:sp>
          <p:nvSpPr>
            <p:cNvPr id="1028" name="Google Shape;1028;g36d7211e311_0_104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29" name="Google Shape;1029;g36d7211e311_0_104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30" name="Google Shape;1030;g36d7211e311_0_1047"/>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1031" name="Google Shape;1031;g36d7211e311_0_1047"/>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1032" name="Google Shape;1032;g36d7211e311_0_1047"/>
          <p:cNvGrpSpPr/>
          <p:nvPr/>
        </p:nvGrpSpPr>
        <p:grpSpPr>
          <a:xfrm>
            <a:off x="10124713" y="-17227"/>
            <a:ext cx="620898" cy="620898"/>
            <a:chOff x="478220" y="346380"/>
            <a:chExt cx="812800" cy="812800"/>
          </a:xfrm>
        </p:grpSpPr>
        <p:sp>
          <p:nvSpPr>
            <p:cNvPr id="1033" name="Google Shape;1033;g36d7211e311_0_1047"/>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g36d7211e311_0_1047"/>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1035" name="Google Shape;1035;g36d7211e311_0_1047"/>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1036" name="Google Shape;1036;g36d7211e311_0_1047"/>
          <p:cNvGrpSpPr/>
          <p:nvPr/>
        </p:nvGrpSpPr>
        <p:grpSpPr>
          <a:xfrm>
            <a:off x="-71075" y="-117750"/>
            <a:ext cx="620918" cy="2182951"/>
            <a:chOff x="0" y="-47625"/>
            <a:chExt cx="1866300" cy="202200"/>
          </a:xfrm>
        </p:grpSpPr>
        <p:sp>
          <p:nvSpPr>
            <p:cNvPr id="1037" name="Google Shape;1037;g36d7211e311_0_104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38" name="Google Shape;1038;g36d7211e311_0_104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9" name="Google Shape;1039;g36d7211e311_0_1047"/>
          <p:cNvGrpSpPr/>
          <p:nvPr/>
        </p:nvGrpSpPr>
        <p:grpSpPr>
          <a:xfrm>
            <a:off x="16364200" y="1"/>
            <a:ext cx="2079805" cy="2079809"/>
            <a:chOff x="0" y="-47625"/>
            <a:chExt cx="1866300" cy="202200"/>
          </a:xfrm>
        </p:grpSpPr>
        <p:sp>
          <p:nvSpPr>
            <p:cNvPr id="1040" name="Google Shape;1040;g36d7211e311_0_1047"/>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41" name="Google Shape;1041;g36d7211e311_0_1047"/>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2" name="Google Shape;1042;g36d7211e311_0_1047"/>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043" name="Google Shape;1043;g36d7211e311_0_1047"/>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Declarative vs Imperative Pattern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044" name="Google Shape;1044;g36d7211e311_0_1047"/>
          <p:cNvSpPr txBox="1"/>
          <p:nvPr/>
        </p:nvSpPr>
        <p:spPr>
          <a:xfrm>
            <a:off x="783213" y="2784163"/>
            <a:ext cx="162579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500">
                <a:solidFill>
                  <a:schemeClr val="dk2"/>
                </a:solidFill>
                <a:latin typeface="Montserrat"/>
                <a:ea typeface="Montserrat"/>
                <a:cs typeface="Montserrat"/>
                <a:sym typeface="Montserrat"/>
              </a:rPr>
              <a:t>Terdapat dua pattern atau pola ketika membuat kode program yaitu:</a:t>
            </a:r>
            <a:endParaRPr sz="35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3500">
              <a:solidFill>
                <a:schemeClr val="dk2"/>
              </a:solidFill>
              <a:latin typeface="Montserrat"/>
              <a:ea typeface="Montserrat"/>
              <a:cs typeface="Montserrat"/>
              <a:sym typeface="Montserrat"/>
            </a:endParaRPr>
          </a:p>
          <a:p>
            <a:pPr indent="-450850" lvl="0" marL="457200" rtl="0" algn="l">
              <a:spcBef>
                <a:spcPts val="0"/>
              </a:spcBef>
              <a:spcAft>
                <a:spcPts val="0"/>
              </a:spcAft>
              <a:buClr>
                <a:schemeClr val="dk2"/>
              </a:buClr>
              <a:buSzPts val="3500"/>
              <a:buFont typeface="Montserrat"/>
              <a:buChar char="●"/>
            </a:pPr>
            <a:r>
              <a:rPr lang="en-US" sz="3500">
                <a:solidFill>
                  <a:schemeClr val="dk2"/>
                </a:solidFill>
                <a:latin typeface="Montserrat"/>
                <a:ea typeface="Montserrat"/>
                <a:cs typeface="Montserrat"/>
                <a:sym typeface="Montserrat"/>
              </a:rPr>
              <a:t>Imperative berfokus pada gambaran bagaimana suatu program beroperasi, ada step by stepnya.</a:t>
            </a:r>
            <a:endParaRPr sz="3500">
              <a:solidFill>
                <a:schemeClr val="dk2"/>
              </a:solidFill>
              <a:latin typeface="Montserrat"/>
              <a:ea typeface="Montserrat"/>
              <a:cs typeface="Montserrat"/>
              <a:sym typeface="Montserrat"/>
            </a:endParaRPr>
          </a:p>
          <a:p>
            <a:pPr indent="-450850" lvl="0" marL="457200" rtl="0" algn="l">
              <a:spcBef>
                <a:spcPts val="0"/>
              </a:spcBef>
              <a:spcAft>
                <a:spcPts val="0"/>
              </a:spcAft>
              <a:buClr>
                <a:schemeClr val="dk2"/>
              </a:buClr>
              <a:buSzPts val="3500"/>
              <a:buFont typeface="Montserrat"/>
              <a:buChar char="●"/>
            </a:pPr>
            <a:r>
              <a:rPr lang="en-US" sz="3500">
                <a:solidFill>
                  <a:schemeClr val="dk2"/>
                </a:solidFill>
                <a:latin typeface="Montserrat"/>
                <a:ea typeface="Montserrat"/>
                <a:cs typeface="Montserrat"/>
                <a:sym typeface="Montserrat"/>
              </a:rPr>
              <a:t>Declarative berfokus pada apa yang harus dicapai oleh program tanpa menjabarkan step by stepnya.</a:t>
            </a:r>
            <a:endParaRPr sz="3500">
              <a:solidFill>
                <a:schemeClr val="dk2"/>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g36d7211e311_0_108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050" name="Google Shape;1050;g36d7211e311_0_1085"/>
          <p:cNvGrpSpPr/>
          <p:nvPr/>
        </p:nvGrpSpPr>
        <p:grpSpPr>
          <a:xfrm>
            <a:off x="404425" y="538273"/>
            <a:ext cx="17884193" cy="1526934"/>
            <a:chOff x="0" y="-47625"/>
            <a:chExt cx="1866300" cy="202200"/>
          </a:xfrm>
        </p:grpSpPr>
        <p:sp>
          <p:nvSpPr>
            <p:cNvPr id="1051" name="Google Shape;1051;g36d7211e311_0_108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052" name="Google Shape;1052;g36d7211e311_0_1085"/>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3" name="Google Shape;1053;g36d7211e311_0_1085"/>
          <p:cNvGrpSpPr/>
          <p:nvPr/>
        </p:nvGrpSpPr>
        <p:grpSpPr>
          <a:xfrm>
            <a:off x="17581435" y="-117747"/>
            <a:ext cx="2079793" cy="2079793"/>
            <a:chOff x="0" y="0"/>
            <a:chExt cx="812800" cy="812800"/>
          </a:xfrm>
        </p:grpSpPr>
        <p:sp>
          <p:nvSpPr>
            <p:cNvPr id="1054" name="Google Shape;1054;g36d7211e311_0_108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g36d7211e311_0_108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56" name="Google Shape;1056;g36d7211e311_0_1085"/>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057" name="Google Shape;1057;g36d7211e311_0_1085"/>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058" name="Google Shape;1058;g36d7211e311_0_1085"/>
          <p:cNvGrpSpPr/>
          <p:nvPr/>
        </p:nvGrpSpPr>
        <p:grpSpPr>
          <a:xfrm>
            <a:off x="-3028412" y="2805165"/>
            <a:ext cx="3811626" cy="3811626"/>
            <a:chOff x="0" y="0"/>
            <a:chExt cx="812800" cy="812800"/>
          </a:xfrm>
        </p:grpSpPr>
        <p:sp>
          <p:nvSpPr>
            <p:cNvPr id="1059" name="Google Shape;1059;g36d7211e311_0_108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g36d7211e311_0_108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61" name="Google Shape;1061;g36d7211e311_0_1085"/>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062" name="Google Shape;1062;g36d7211e311_0_1085"/>
          <p:cNvGrpSpPr/>
          <p:nvPr/>
        </p:nvGrpSpPr>
        <p:grpSpPr>
          <a:xfrm>
            <a:off x="0" y="-180827"/>
            <a:ext cx="7086154" cy="767733"/>
            <a:chOff x="0" y="-47625"/>
            <a:chExt cx="1866300" cy="202200"/>
          </a:xfrm>
        </p:grpSpPr>
        <p:sp>
          <p:nvSpPr>
            <p:cNvPr id="1063" name="Google Shape;1063;g36d7211e311_0_108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64" name="Google Shape;1064;g36d7211e311_0_108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5" name="Google Shape;1065;g36d7211e311_0_1085"/>
          <p:cNvGrpSpPr/>
          <p:nvPr/>
        </p:nvGrpSpPr>
        <p:grpSpPr>
          <a:xfrm>
            <a:off x="11202461" y="9519722"/>
            <a:ext cx="7086154" cy="767733"/>
            <a:chOff x="0" y="-47625"/>
            <a:chExt cx="1866300" cy="202200"/>
          </a:xfrm>
        </p:grpSpPr>
        <p:sp>
          <p:nvSpPr>
            <p:cNvPr id="1066" name="Google Shape;1066;g36d7211e311_0_108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67" name="Google Shape;1067;g36d7211e311_0_108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68" name="Google Shape;1068;g36d7211e311_0_1085"/>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1069" name="Google Shape;1069;g36d7211e311_0_1085"/>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1070" name="Google Shape;1070;g36d7211e311_0_1085"/>
          <p:cNvGrpSpPr/>
          <p:nvPr/>
        </p:nvGrpSpPr>
        <p:grpSpPr>
          <a:xfrm>
            <a:off x="10124713" y="-17227"/>
            <a:ext cx="620898" cy="620898"/>
            <a:chOff x="478220" y="346380"/>
            <a:chExt cx="812800" cy="812800"/>
          </a:xfrm>
        </p:grpSpPr>
        <p:sp>
          <p:nvSpPr>
            <p:cNvPr id="1071" name="Google Shape;1071;g36d7211e311_0_1085"/>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g36d7211e311_0_1085"/>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1073" name="Google Shape;1073;g36d7211e311_0_1085"/>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1074" name="Google Shape;1074;g36d7211e311_0_1085"/>
          <p:cNvGrpSpPr/>
          <p:nvPr/>
        </p:nvGrpSpPr>
        <p:grpSpPr>
          <a:xfrm>
            <a:off x="-71075" y="-117750"/>
            <a:ext cx="620918" cy="2182951"/>
            <a:chOff x="0" y="-47625"/>
            <a:chExt cx="1866300" cy="202200"/>
          </a:xfrm>
        </p:grpSpPr>
        <p:sp>
          <p:nvSpPr>
            <p:cNvPr id="1075" name="Google Shape;1075;g36d7211e311_0_108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76" name="Google Shape;1076;g36d7211e311_0_108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7" name="Google Shape;1077;g36d7211e311_0_1085"/>
          <p:cNvGrpSpPr/>
          <p:nvPr/>
        </p:nvGrpSpPr>
        <p:grpSpPr>
          <a:xfrm>
            <a:off x="16364200" y="1"/>
            <a:ext cx="2079805" cy="2079809"/>
            <a:chOff x="0" y="-47625"/>
            <a:chExt cx="1866300" cy="202200"/>
          </a:xfrm>
        </p:grpSpPr>
        <p:sp>
          <p:nvSpPr>
            <p:cNvPr id="1078" name="Google Shape;1078;g36d7211e311_0_1085"/>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079" name="Google Shape;1079;g36d7211e311_0_1085"/>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80" name="Google Shape;1080;g36d7211e311_0_1085"/>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081" name="Google Shape;1081;g36d7211e311_0_1085"/>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Imperative Pattern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082" name="Google Shape;1082;g36d7211e311_0_1085"/>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500">
                <a:solidFill>
                  <a:schemeClr val="dk2"/>
                </a:solidFill>
                <a:latin typeface="Montserrat"/>
                <a:ea typeface="Montserrat"/>
                <a:cs typeface="Montserrat"/>
                <a:sym typeface="Montserrat"/>
              </a:rPr>
              <a:t>berikut ini contoh imperative pattern:</a:t>
            </a:r>
            <a:endParaRPr sz="3500">
              <a:solidFill>
                <a:schemeClr val="dk2"/>
              </a:solidFill>
              <a:latin typeface="Montserrat"/>
              <a:ea typeface="Montserrat"/>
              <a:cs typeface="Montserrat"/>
              <a:sym typeface="Montserrat"/>
            </a:endParaRPr>
          </a:p>
        </p:txBody>
      </p:sp>
      <p:pic>
        <p:nvPicPr>
          <p:cNvPr id="1083" name="Google Shape;1083;g36d7211e311_0_1085"/>
          <p:cNvPicPr preferRelativeResize="0"/>
          <p:nvPr/>
        </p:nvPicPr>
        <p:blipFill>
          <a:blip r:embed="rId10">
            <a:alphaModFix/>
          </a:blip>
          <a:stretch>
            <a:fillRect/>
          </a:stretch>
        </p:blipFill>
        <p:spPr>
          <a:xfrm>
            <a:off x="2321175" y="3429000"/>
            <a:ext cx="14050701" cy="65928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6d7211e311_0_11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089" name="Google Shape;1089;g36d7211e311_0_1124"/>
          <p:cNvGrpSpPr/>
          <p:nvPr/>
        </p:nvGrpSpPr>
        <p:grpSpPr>
          <a:xfrm>
            <a:off x="404425" y="538273"/>
            <a:ext cx="17884193" cy="1526934"/>
            <a:chOff x="0" y="-47625"/>
            <a:chExt cx="1866300" cy="202200"/>
          </a:xfrm>
        </p:grpSpPr>
        <p:sp>
          <p:nvSpPr>
            <p:cNvPr id="1090" name="Google Shape;1090;g36d7211e311_0_112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091" name="Google Shape;1091;g36d7211e311_0_1124"/>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2" name="Google Shape;1092;g36d7211e311_0_1124"/>
          <p:cNvGrpSpPr/>
          <p:nvPr/>
        </p:nvGrpSpPr>
        <p:grpSpPr>
          <a:xfrm>
            <a:off x="17581435" y="-117747"/>
            <a:ext cx="2079793" cy="2079793"/>
            <a:chOff x="0" y="0"/>
            <a:chExt cx="812800" cy="812800"/>
          </a:xfrm>
        </p:grpSpPr>
        <p:sp>
          <p:nvSpPr>
            <p:cNvPr id="1093" name="Google Shape;1093;g36d7211e311_0_11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g36d7211e311_0_112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5" name="Google Shape;1095;g36d7211e311_0_1124"/>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096" name="Google Shape;1096;g36d7211e311_0_1124"/>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097" name="Google Shape;1097;g36d7211e311_0_1124"/>
          <p:cNvGrpSpPr/>
          <p:nvPr/>
        </p:nvGrpSpPr>
        <p:grpSpPr>
          <a:xfrm>
            <a:off x="-3028412" y="2805165"/>
            <a:ext cx="3811626" cy="3811626"/>
            <a:chOff x="0" y="0"/>
            <a:chExt cx="812800" cy="812800"/>
          </a:xfrm>
        </p:grpSpPr>
        <p:sp>
          <p:nvSpPr>
            <p:cNvPr id="1098" name="Google Shape;1098;g36d7211e311_0_11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g36d7211e311_0_112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00" name="Google Shape;1100;g36d7211e311_0_1124"/>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101" name="Google Shape;1101;g36d7211e311_0_1124"/>
          <p:cNvGrpSpPr/>
          <p:nvPr/>
        </p:nvGrpSpPr>
        <p:grpSpPr>
          <a:xfrm>
            <a:off x="0" y="-180827"/>
            <a:ext cx="7086154" cy="767733"/>
            <a:chOff x="0" y="-47625"/>
            <a:chExt cx="1866300" cy="202200"/>
          </a:xfrm>
        </p:grpSpPr>
        <p:sp>
          <p:nvSpPr>
            <p:cNvPr id="1102" name="Google Shape;1102;g36d7211e311_0_112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03" name="Google Shape;1103;g36d7211e311_0_112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4" name="Google Shape;1104;g36d7211e311_0_1124"/>
          <p:cNvGrpSpPr/>
          <p:nvPr/>
        </p:nvGrpSpPr>
        <p:grpSpPr>
          <a:xfrm>
            <a:off x="11202461" y="9519722"/>
            <a:ext cx="7086154" cy="767733"/>
            <a:chOff x="0" y="-47625"/>
            <a:chExt cx="1866300" cy="202200"/>
          </a:xfrm>
        </p:grpSpPr>
        <p:sp>
          <p:nvSpPr>
            <p:cNvPr id="1105" name="Google Shape;1105;g36d7211e311_0_112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06" name="Google Shape;1106;g36d7211e311_0_112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07" name="Google Shape;1107;g36d7211e311_0_1124"/>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1108" name="Google Shape;1108;g36d7211e311_0_1124"/>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1109" name="Google Shape;1109;g36d7211e311_0_1124"/>
          <p:cNvGrpSpPr/>
          <p:nvPr/>
        </p:nvGrpSpPr>
        <p:grpSpPr>
          <a:xfrm>
            <a:off x="10124713" y="-17227"/>
            <a:ext cx="620898" cy="620898"/>
            <a:chOff x="478220" y="346380"/>
            <a:chExt cx="812800" cy="812800"/>
          </a:xfrm>
        </p:grpSpPr>
        <p:sp>
          <p:nvSpPr>
            <p:cNvPr id="1110" name="Google Shape;1110;g36d7211e311_0_1124"/>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g36d7211e311_0_1124"/>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03</a:t>
              </a:r>
              <a:endParaRPr i="0" sz="2000" u="none" cap="none" strike="noStrike">
                <a:solidFill>
                  <a:schemeClr val="lt1"/>
                </a:solidFill>
                <a:latin typeface="Montserrat"/>
                <a:ea typeface="Montserrat"/>
                <a:cs typeface="Montserrat"/>
                <a:sym typeface="Montserrat"/>
              </a:endParaRPr>
            </a:p>
          </p:txBody>
        </p:sp>
      </p:grpSp>
      <p:sp>
        <p:nvSpPr>
          <p:cNvPr id="1112" name="Google Shape;1112;g36d7211e311_0_1124"/>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accent6"/>
                </a:solidFill>
                <a:latin typeface="Montserrat SemiBold"/>
                <a:ea typeface="Montserrat SemiBold"/>
                <a:cs typeface="Montserrat SemiBold"/>
                <a:sym typeface="Montserrat SemiBold"/>
              </a:rPr>
              <a:t>Paradigma </a:t>
            </a:r>
            <a:r>
              <a:rPr lang="en-US" sz="2000">
                <a:solidFill>
                  <a:schemeClr val="dk2"/>
                </a:solidFill>
                <a:latin typeface="Montserrat SemiBold"/>
                <a:ea typeface="Montserrat SemiBold"/>
                <a:cs typeface="Montserrat SemiBold"/>
                <a:sym typeface="Montserrat SemiBold"/>
              </a:rPr>
              <a:t>Pemrograman</a:t>
            </a:r>
            <a:endParaRPr sz="20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1113" name="Google Shape;1113;g36d7211e311_0_1124"/>
          <p:cNvGrpSpPr/>
          <p:nvPr/>
        </p:nvGrpSpPr>
        <p:grpSpPr>
          <a:xfrm>
            <a:off x="-71075" y="-117750"/>
            <a:ext cx="620918" cy="2182951"/>
            <a:chOff x="0" y="-47625"/>
            <a:chExt cx="1866300" cy="202200"/>
          </a:xfrm>
        </p:grpSpPr>
        <p:sp>
          <p:nvSpPr>
            <p:cNvPr id="1114" name="Google Shape;1114;g36d7211e311_0_112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15" name="Google Shape;1115;g36d7211e311_0_112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6" name="Google Shape;1116;g36d7211e311_0_1124"/>
          <p:cNvGrpSpPr/>
          <p:nvPr/>
        </p:nvGrpSpPr>
        <p:grpSpPr>
          <a:xfrm>
            <a:off x="16364200" y="1"/>
            <a:ext cx="2079805" cy="2079809"/>
            <a:chOff x="0" y="-47625"/>
            <a:chExt cx="1866300" cy="202200"/>
          </a:xfrm>
        </p:grpSpPr>
        <p:sp>
          <p:nvSpPr>
            <p:cNvPr id="1117" name="Google Shape;1117;g36d7211e311_0_112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18" name="Google Shape;1118;g36d7211e311_0_112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9" name="Google Shape;1119;g36d7211e311_0_1124"/>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120" name="Google Shape;1120;g36d7211e311_0_1124"/>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Declarative </a:t>
            </a:r>
            <a:r>
              <a:rPr lang="en-US" sz="4400">
                <a:solidFill>
                  <a:schemeClr val="dk2"/>
                </a:solidFill>
                <a:latin typeface="Montserrat SemiBold"/>
                <a:ea typeface="Montserrat SemiBold"/>
                <a:cs typeface="Montserrat SemiBold"/>
                <a:sym typeface="Montserrat SemiBold"/>
              </a:rPr>
              <a:t>Pattern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121" name="Google Shape;1121;g36d7211e311_0_1124"/>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500">
                <a:solidFill>
                  <a:schemeClr val="dk2"/>
                </a:solidFill>
                <a:latin typeface="Montserrat"/>
                <a:ea typeface="Montserrat"/>
                <a:cs typeface="Montserrat"/>
                <a:sym typeface="Montserrat"/>
              </a:rPr>
              <a:t>berikut ini contoh declarative pattern:</a:t>
            </a:r>
            <a:endParaRPr sz="3500">
              <a:solidFill>
                <a:schemeClr val="dk2"/>
              </a:solidFill>
              <a:latin typeface="Montserrat"/>
              <a:ea typeface="Montserrat"/>
              <a:cs typeface="Montserrat"/>
              <a:sym typeface="Montserrat"/>
            </a:endParaRPr>
          </a:p>
        </p:txBody>
      </p:sp>
      <p:pic>
        <p:nvPicPr>
          <p:cNvPr id="1122" name="Google Shape;1122;g36d7211e311_0_1124"/>
          <p:cNvPicPr preferRelativeResize="0"/>
          <p:nvPr/>
        </p:nvPicPr>
        <p:blipFill>
          <a:blip r:embed="rId10">
            <a:alphaModFix/>
          </a:blip>
          <a:stretch>
            <a:fillRect/>
          </a:stretch>
        </p:blipFill>
        <p:spPr>
          <a:xfrm>
            <a:off x="662286" y="3753151"/>
            <a:ext cx="16963424" cy="261710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6d7211e311_0_3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128" name="Google Shape;1128;g36d7211e311_0_330"/>
          <p:cNvGrpSpPr/>
          <p:nvPr/>
        </p:nvGrpSpPr>
        <p:grpSpPr>
          <a:xfrm>
            <a:off x="17581435" y="-117747"/>
            <a:ext cx="2079793" cy="2079793"/>
            <a:chOff x="0" y="0"/>
            <a:chExt cx="812800" cy="812800"/>
          </a:xfrm>
        </p:grpSpPr>
        <p:sp>
          <p:nvSpPr>
            <p:cNvPr id="1129" name="Google Shape;1129;g36d7211e311_0_3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g36d7211e311_0_33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31" name="Google Shape;1131;g36d7211e311_0_330"/>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132" name="Google Shape;1132;g36d7211e311_0_330"/>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133" name="Google Shape;1133;g36d7211e311_0_330"/>
          <p:cNvGrpSpPr/>
          <p:nvPr/>
        </p:nvGrpSpPr>
        <p:grpSpPr>
          <a:xfrm>
            <a:off x="-3028412" y="2805165"/>
            <a:ext cx="3811626" cy="3811626"/>
            <a:chOff x="0" y="0"/>
            <a:chExt cx="812800" cy="812800"/>
          </a:xfrm>
        </p:grpSpPr>
        <p:sp>
          <p:nvSpPr>
            <p:cNvPr id="1134" name="Google Shape;1134;g36d7211e311_0_3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g36d7211e311_0_33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36" name="Google Shape;1136;g36d7211e311_0_330"/>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137" name="Google Shape;1137;g36d7211e311_0_330"/>
          <p:cNvGrpSpPr/>
          <p:nvPr/>
        </p:nvGrpSpPr>
        <p:grpSpPr>
          <a:xfrm>
            <a:off x="0" y="-180827"/>
            <a:ext cx="7086154" cy="767733"/>
            <a:chOff x="0" y="-47625"/>
            <a:chExt cx="1866300" cy="202200"/>
          </a:xfrm>
        </p:grpSpPr>
        <p:sp>
          <p:nvSpPr>
            <p:cNvPr id="1138" name="Google Shape;1138;g36d7211e311_0_33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39" name="Google Shape;1139;g36d7211e311_0_33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0" name="Google Shape;1140;g36d7211e311_0_330"/>
          <p:cNvGrpSpPr/>
          <p:nvPr/>
        </p:nvGrpSpPr>
        <p:grpSpPr>
          <a:xfrm>
            <a:off x="11202461" y="9519722"/>
            <a:ext cx="7086154" cy="767733"/>
            <a:chOff x="0" y="-47625"/>
            <a:chExt cx="1866300" cy="202200"/>
          </a:xfrm>
        </p:grpSpPr>
        <p:sp>
          <p:nvSpPr>
            <p:cNvPr id="1141" name="Google Shape;1141;g36d7211e311_0_33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42" name="Google Shape;1142;g36d7211e311_0_33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43" name="Google Shape;1143;g36d7211e311_0_330"/>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1144" name="Google Shape;1144;g36d7211e311_0_330"/>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1145" name="Google Shape;1145;g36d7211e311_0_330"/>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grpSp>
        <p:nvGrpSpPr>
          <p:cNvPr id="1146" name="Google Shape;1146;g36d7211e311_0_330"/>
          <p:cNvGrpSpPr/>
          <p:nvPr/>
        </p:nvGrpSpPr>
        <p:grpSpPr>
          <a:xfrm>
            <a:off x="10676010" y="2181003"/>
            <a:ext cx="2079793" cy="2079793"/>
            <a:chOff x="0" y="0"/>
            <a:chExt cx="812800" cy="812800"/>
          </a:xfrm>
        </p:grpSpPr>
        <p:sp>
          <p:nvSpPr>
            <p:cNvPr id="1147" name="Google Shape;1147;g36d7211e311_0_3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g36d7211e311_0_33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6000">
                  <a:solidFill>
                    <a:schemeClr val="lt1"/>
                  </a:solidFill>
                  <a:latin typeface="Montserrat"/>
                  <a:ea typeface="Montserrat"/>
                  <a:cs typeface="Montserrat"/>
                  <a:sym typeface="Montserrat"/>
                </a:rPr>
                <a:t>04</a:t>
              </a:r>
              <a:endParaRPr i="0" sz="6000" u="none" cap="none" strike="noStrike">
                <a:solidFill>
                  <a:schemeClr val="lt1"/>
                </a:solidFill>
                <a:latin typeface="Montserrat"/>
                <a:ea typeface="Montserrat"/>
                <a:cs typeface="Montserrat"/>
                <a:sym typeface="Montserrat"/>
              </a:endParaRPr>
            </a:p>
          </p:txBody>
        </p:sp>
      </p:grpSp>
      <p:sp>
        <p:nvSpPr>
          <p:cNvPr id="1149" name="Google Shape;1149;g36d7211e311_0_330"/>
          <p:cNvSpPr txBox="1"/>
          <p:nvPr/>
        </p:nvSpPr>
        <p:spPr>
          <a:xfrm>
            <a:off x="10676000" y="4489050"/>
            <a:ext cx="6905400" cy="524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4700">
                <a:solidFill>
                  <a:schemeClr val="dk2"/>
                </a:solidFill>
                <a:latin typeface="Montserrat SemiBold"/>
                <a:ea typeface="Montserrat SemiBold"/>
                <a:cs typeface="Montserrat SemiBold"/>
                <a:sym typeface="Montserrat SemiBold"/>
              </a:rPr>
              <a:t>Penanganan Kesalahan</a:t>
            </a:r>
            <a:endParaRPr sz="4700">
              <a:solidFill>
                <a:schemeClr val="dk2"/>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rPr lang="en-US" sz="4700">
                <a:solidFill>
                  <a:schemeClr val="accent6"/>
                </a:solidFill>
                <a:latin typeface="Montserrat SemiBold"/>
                <a:ea typeface="Montserrat SemiBold"/>
                <a:cs typeface="Montserrat SemiBold"/>
                <a:sym typeface="Montserrat SemiBold"/>
              </a:rPr>
              <a:t>(Error Handling)</a:t>
            </a:r>
            <a:endParaRPr sz="4700">
              <a:solidFill>
                <a:schemeClr val="accent6"/>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4700">
              <a:solidFill>
                <a:schemeClr val="accent6"/>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4700">
              <a:solidFill>
                <a:srgbClr val="0B315E"/>
              </a:solidFill>
              <a:latin typeface="Montserrat SemiBold"/>
              <a:ea typeface="Montserrat SemiBold"/>
              <a:cs typeface="Montserrat SemiBold"/>
              <a:sym typeface="Montserrat SemiBold"/>
            </a:endParaRPr>
          </a:p>
        </p:txBody>
      </p:sp>
      <p:pic>
        <p:nvPicPr>
          <p:cNvPr id="1150" name="Google Shape;1150;g36d7211e311_0_330"/>
          <p:cNvPicPr preferRelativeResize="0"/>
          <p:nvPr/>
        </p:nvPicPr>
        <p:blipFill>
          <a:blip r:embed="rId10">
            <a:alphaModFix/>
          </a:blip>
          <a:stretch>
            <a:fillRect/>
          </a:stretch>
        </p:blipFill>
        <p:spPr>
          <a:xfrm>
            <a:off x="110725" y="759575"/>
            <a:ext cx="8922550" cy="8922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g36d7211e311_0_116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156" name="Google Shape;1156;g36d7211e311_0_1163"/>
          <p:cNvGrpSpPr/>
          <p:nvPr/>
        </p:nvGrpSpPr>
        <p:grpSpPr>
          <a:xfrm>
            <a:off x="404425" y="538273"/>
            <a:ext cx="17884193" cy="1526934"/>
            <a:chOff x="0" y="-47625"/>
            <a:chExt cx="1866300" cy="202200"/>
          </a:xfrm>
        </p:grpSpPr>
        <p:sp>
          <p:nvSpPr>
            <p:cNvPr id="1157" name="Google Shape;1157;g36d7211e311_0_116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158" name="Google Shape;1158;g36d7211e311_0_1163"/>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9" name="Google Shape;1159;g36d7211e311_0_1163"/>
          <p:cNvGrpSpPr/>
          <p:nvPr/>
        </p:nvGrpSpPr>
        <p:grpSpPr>
          <a:xfrm>
            <a:off x="17581435" y="-117747"/>
            <a:ext cx="2079793" cy="2079793"/>
            <a:chOff x="0" y="0"/>
            <a:chExt cx="812800" cy="812800"/>
          </a:xfrm>
        </p:grpSpPr>
        <p:sp>
          <p:nvSpPr>
            <p:cNvPr id="1160" name="Google Shape;1160;g36d7211e311_0_11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g36d7211e311_0_11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2" name="Google Shape;1162;g36d7211e311_0_1163"/>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163" name="Google Shape;1163;g36d7211e311_0_1163"/>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164" name="Google Shape;1164;g36d7211e311_0_1163"/>
          <p:cNvGrpSpPr/>
          <p:nvPr/>
        </p:nvGrpSpPr>
        <p:grpSpPr>
          <a:xfrm>
            <a:off x="-3028412" y="2805165"/>
            <a:ext cx="3811626" cy="3811626"/>
            <a:chOff x="0" y="0"/>
            <a:chExt cx="812800" cy="812800"/>
          </a:xfrm>
        </p:grpSpPr>
        <p:sp>
          <p:nvSpPr>
            <p:cNvPr id="1165" name="Google Shape;1165;g36d7211e311_0_11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g36d7211e311_0_11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7" name="Google Shape;1167;g36d7211e311_0_1163"/>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168" name="Google Shape;1168;g36d7211e311_0_1163"/>
          <p:cNvGrpSpPr/>
          <p:nvPr/>
        </p:nvGrpSpPr>
        <p:grpSpPr>
          <a:xfrm>
            <a:off x="0" y="-180827"/>
            <a:ext cx="7086154" cy="767733"/>
            <a:chOff x="0" y="-47625"/>
            <a:chExt cx="1866300" cy="202200"/>
          </a:xfrm>
        </p:grpSpPr>
        <p:sp>
          <p:nvSpPr>
            <p:cNvPr id="1169" name="Google Shape;1169;g36d7211e311_0_116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70" name="Google Shape;1170;g36d7211e311_0_116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71" name="Google Shape;1171;g36d7211e311_0_1163"/>
          <p:cNvGrpSpPr/>
          <p:nvPr/>
        </p:nvGrpSpPr>
        <p:grpSpPr>
          <a:xfrm>
            <a:off x="11202461" y="9519722"/>
            <a:ext cx="7086154" cy="767733"/>
            <a:chOff x="0" y="-47625"/>
            <a:chExt cx="1866300" cy="202200"/>
          </a:xfrm>
        </p:grpSpPr>
        <p:sp>
          <p:nvSpPr>
            <p:cNvPr id="1172" name="Google Shape;1172;g36d7211e311_0_116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73" name="Google Shape;1173;g36d7211e311_0_116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4" name="Google Shape;1174;g36d7211e311_0_1163"/>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1175" name="Google Shape;1175;g36d7211e311_0_1163"/>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1176" name="Google Shape;1176;g36d7211e311_0_1163"/>
          <p:cNvGrpSpPr/>
          <p:nvPr/>
        </p:nvGrpSpPr>
        <p:grpSpPr>
          <a:xfrm>
            <a:off x="10124713" y="-17227"/>
            <a:ext cx="620898" cy="620898"/>
            <a:chOff x="478220" y="346380"/>
            <a:chExt cx="812800" cy="812800"/>
          </a:xfrm>
        </p:grpSpPr>
        <p:sp>
          <p:nvSpPr>
            <p:cNvPr id="1177" name="Google Shape;1177;g36d7211e311_0_1163"/>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g36d7211e311_0_1163"/>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04</a:t>
              </a:r>
              <a:endParaRPr i="0" sz="2000" u="none" cap="none" strike="noStrike">
                <a:solidFill>
                  <a:schemeClr val="lt1"/>
                </a:solidFill>
                <a:latin typeface="Montserrat"/>
                <a:ea typeface="Montserrat"/>
                <a:cs typeface="Montserrat"/>
                <a:sym typeface="Montserrat"/>
              </a:endParaRPr>
            </a:p>
          </p:txBody>
        </p:sp>
      </p:grpSp>
      <p:sp>
        <p:nvSpPr>
          <p:cNvPr id="1179" name="Google Shape;1179;g36d7211e311_0_1163"/>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dk2"/>
                </a:solidFill>
                <a:latin typeface="Montserrat SemiBold"/>
                <a:ea typeface="Montserrat SemiBold"/>
                <a:cs typeface="Montserrat SemiBold"/>
                <a:sym typeface="Montserrat SemiBold"/>
              </a:rPr>
              <a:t>Penanganan Kesalahan</a:t>
            </a:r>
            <a:r>
              <a:rPr lang="en-US" sz="2000">
                <a:solidFill>
                  <a:schemeClr val="accent6"/>
                </a:solidFill>
                <a:latin typeface="Montserrat SemiBold"/>
                <a:ea typeface="Montserrat SemiBold"/>
                <a:cs typeface="Montserrat SemiBold"/>
                <a:sym typeface="Montserrat SemiBold"/>
              </a:rPr>
              <a:t> (Error Handling)</a:t>
            </a:r>
            <a:endParaRPr sz="2000">
              <a:solidFill>
                <a:schemeClr val="accent6"/>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1180" name="Google Shape;1180;g36d7211e311_0_1163"/>
          <p:cNvGrpSpPr/>
          <p:nvPr/>
        </p:nvGrpSpPr>
        <p:grpSpPr>
          <a:xfrm>
            <a:off x="-71075" y="-117750"/>
            <a:ext cx="620918" cy="2182951"/>
            <a:chOff x="0" y="-47625"/>
            <a:chExt cx="1866300" cy="202200"/>
          </a:xfrm>
        </p:grpSpPr>
        <p:sp>
          <p:nvSpPr>
            <p:cNvPr id="1181" name="Google Shape;1181;g36d7211e311_0_116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82" name="Google Shape;1182;g36d7211e311_0_116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3" name="Google Shape;1183;g36d7211e311_0_1163"/>
          <p:cNvGrpSpPr/>
          <p:nvPr/>
        </p:nvGrpSpPr>
        <p:grpSpPr>
          <a:xfrm>
            <a:off x="16364200" y="1"/>
            <a:ext cx="2079805" cy="2079809"/>
            <a:chOff x="0" y="-47625"/>
            <a:chExt cx="1866300" cy="202200"/>
          </a:xfrm>
        </p:grpSpPr>
        <p:sp>
          <p:nvSpPr>
            <p:cNvPr id="1184" name="Google Shape;1184;g36d7211e311_0_116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185" name="Google Shape;1185;g36d7211e311_0_116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6" name="Google Shape;1186;g36d7211e311_0_1163"/>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187" name="Google Shape;1187;g36d7211e311_0_1163"/>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Validasi Manual</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188" name="Google Shape;1188;g36d7211e311_0_1163"/>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500">
              <a:solidFill>
                <a:schemeClr val="dk2"/>
              </a:solidFill>
              <a:latin typeface="Montserrat"/>
              <a:ea typeface="Montserrat"/>
              <a:cs typeface="Montserrat"/>
              <a:sym typeface="Montserrat"/>
            </a:endParaRPr>
          </a:p>
        </p:txBody>
      </p:sp>
      <p:pic>
        <p:nvPicPr>
          <p:cNvPr id="1189" name="Google Shape;1189;g36d7211e311_0_1163"/>
          <p:cNvPicPr preferRelativeResize="0"/>
          <p:nvPr/>
        </p:nvPicPr>
        <p:blipFill>
          <a:blip r:embed="rId10">
            <a:alphaModFix/>
          </a:blip>
          <a:stretch>
            <a:fillRect/>
          </a:stretch>
        </p:blipFill>
        <p:spPr>
          <a:xfrm>
            <a:off x="783226" y="3704427"/>
            <a:ext cx="16477812" cy="467788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g36d7211e311_0_120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1195" name="Google Shape;1195;g36d7211e311_0_1202"/>
          <p:cNvGrpSpPr/>
          <p:nvPr/>
        </p:nvGrpSpPr>
        <p:grpSpPr>
          <a:xfrm>
            <a:off x="404425" y="538273"/>
            <a:ext cx="17884193" cy="1526934"/>
            <a:chOff x="0" y="-47625"/>
            <a:chExt cx="1866300" cy="202200"/>
          </a:xfrm>
        </p:grpSpPr>
        <p:sp>
          <p:nvSpPr>
            <p:cNvPr id="1196" name="Google Shape;1196;g36d7211e311_0_120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197" name="Google Shape;1197;g36d7211e311_0_1202"/>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8" name="Google Shape;1198;g36d7211e311_0_1202"/>
          <p:cNvGrpSpPr/>
          <p:nvPr/>
        </p:nvGrpSpPr>
        <p:grpSpPr>
          <a:xfrm>
            <a:off x="17581435" y="-117747"/>
            <a:ext cx="2079793" cy="2079793"/>
            <a:chOff x="0" y="0"/>
            <a:chExt cx="812800" cy="812800"/>
          </a:xfrm>
        </p:grpSpPr>
        <p:sp>
          <p:nvSpPr>
            <p:cNvPr id="1199" name="Google Shape;1199;g36d7211e311_0_12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g36d7211e311_0_120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01" name="Google Shape;1201;g36d7211e311_0_1202"/>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202" name="Google Shape;1202;g36d7211e311_0_1202"/>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203" name="Google Shape;1203;g36d7211e311_0_1202"/>
          <p:cNvGrpSpPr/>
          <p:nvPr/>
        </p:nvGrpSpPr>
        <p:grpSpPr>
          <a:xfrm>
            <a:off x="-3028412" y="2805165"/>
            <a:ext cx="3811626" cy="3811626"/>
            <a:chOff x="0" y="0"/>
            <a:chExt cx="812800" cy="812800"/>
          </a:xfrm>
        </p:grpSpPr>
        <p:sp>
          <p:nvSpPr>
            <p:cNvPr id="1204" name="Google Shape;1204;g36d7211e311_0_12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g36d7211e311_0_120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06" name="Google Shape;1206;g36d7211e311_0_1202"/>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207" name="Google Shape;1207;g36d7211e311_0_1202"/>
          <p:cNvGrpSpPr/>
          <p:nvPr/>
        </p:nvGrpSpPr>
        <p:grpSpPr>
          <a:xfrm>
            <a:off x="0" y="-180827"/>
            <a:ext cx="7086154" cy="767733"/>
            <a:chOff x="0" y="-47625"/>
            <a:chExt cx="1866300" cy="202200"/>
          </a:xfrm>
        </p:grpSpPr>
        <p:sp>
          <p:nvSpPr>
            <p:cNvPr id="1208" name="Google Shape;1208;g36d7211e311_0_120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09" name="Google Shape;1209;g36d7211e311_0_120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0" name="Google Shape;1210;g36d7211e311_0_1202"/>
          <p:cNvGrpSpPr/>
          <p:nvPr/>
        </p:nvGrpSpPr>
        <p:grpSpPr>
          <a:xfrm>
            <a:off x="11202461" y="9519722"/>
            <a:ext cx="7086154" cy="767733"/>
            <a:chOff x="0" y="-47625"/>
            <a:chExt cx="1866300" cy="202200"/>
          </a:xfrm>
        </p:grpSpPr>
        <p:sp>
          <p:nvSpPr>
            <p:cNvPr id="1211" name="Google Shape;1211;g36d7211e311_0_120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12" name="Google Shape;1212;g36d7211e311_0_120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3" name="Google Shape;1213;g36d7211e311_0_1202"/>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7">
              <a:alphaModFix/>
            </a:blip>
            <a:stretch>
              <a:fillRect b="0" l="0" r="0" t="0"/>
            </a:stretch>
          </a:blipFill>
          <a:ln>
            <a:noFill/>
          </a:ln>
        </p:spPr>
      </p:sp>
      <p:sp>
        <p:nvSpPr>
          <p:cNvPr id="1214" name="Google Shape;1214;g36d7211e311_0_1202"/>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8">
              <a:alphaModFix/>
            </a:blip>
            <a:stretch>
              <a:fillRect b="0" l="0" r="0" t="0"/>
            </a:stretch>
          </a:blipFill>
          <a:ln>
            <a:noFill/>
          </a:ln>
        </p:spPr>
      </p:sp>
      <p:grpSp>
        <p:nvGrpSpPr>
          <p:cNvPr id="1215" name="Google Shape;1215;g36d7211e311_0_1202"/>
          <p:cNvGrpSpPr/>
          <p:nvPr/>
        </p:nvGrpSpPr>
        <p:grpSpPr>
          <a:xfrm>
            <a:off x="10124713" y="-17227"/>
            <a:ext cx="620898" cy="620898"/>
            <a:chOff x="478220" y="346380"/>
            <a:chExt cx="812800" cy="812800"/>
          </a:xfrm>
        </p:grpSpPr>
        <p:sp>
          <p:nvSpPr>
            <p:cNvPr id="1216" name="Google Shape;1216;g36d7211e311_0_1202"/>
            <p:cNvSpPr/>
            <p:nvPr/>
          </p:nvSpPr>
          <p:spPr>
            <a:xfrm>
              <a:off x="478220" y="34638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g36d7211e311_0_1202"/>
            <p:cNvSpPr txBox="1"/>
            <p:nvPr/>
          </p:nvSpPr>
          <p:spPr>
            <a:xfrm>
              <a:off x="554469" y="393985"/>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rPr lang="en-US" sz="2000">
                  <a:solidFill>
                    <a:schemeClr val="lt1"/>
                  </a:solidFill>
                  <a:latin typeface="Montserrat"/>
                  <a:ea typeface="Montserrat"/>
                  <a:cs typeface="Montserrat"/>
                  <a:sym typeface="Montserrat"/>
                </a:rPr>
                <a:t>04</a:t>
              </a:r>
              <a:endParaRPr i="0" sz="2000" u="none" cap="none" strike="noStrike">
                <a:solidFill>
                  <a:schemeClr val="lt1"/>
                </a:solidFill>
                <a:latin typeface="Montserrat"/>
                <a:ea typeface="Montserrat"/>
                <a:cs typeface="Montserrat"/>
                <a:sym typeface="Montserrat"/>
              </a:endParaRPr>
            </a:p>
          </p:txBody>
        </p:sp>
      </p:grpSp>
      <p:sp>
        <p:nvSpPr>
          <p:cNvPr id="1218" name="Google Shape;1218;g36d7211e311_0_1202"/>
          <p:cNvSpPr txBox="1"/>
          <p:nvPr/>
        </p:nvSpPr>
        <p:spPr>
          <a:xfrm>
            <a:off x="10737775" y="46925"/>
            <a:ext cx="69054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000">
                <a:solidFill>
                  <a:schemeClr val="dk2"/>
                </a:solidFill>
                <a:latin typeface="Montserrat SemiBold"/>
                <a:ea typeface="Montserrat SemiBold"/>
                <a:cs typeface="Montserrat SemiBold"/>
                <a:sym typeface="Montserrat SemiBold"/>
              </a:rPr>
              <a:t>Penanganan Kesalahan </a:t>
            </a:r>
            <a:r>
              <a:rPr lang="en-US" sz="2000">
                <a:solidFill>
                  <a:schemeClr val="accent6"/>
                </a:solidFill>
                <a:latin typeface="Montserrat SemiBold"/>
                <a:ea typeface="Montserrat SemiBold"/>
                <a:cs typeface="Montserrat SemiBold"/>
                <a:sym typeface="Montserrat SemiBold"/>
              </a:rPr>
              <a:t>(Error Handling)</a:t>
            </a:r>
            <a:endParaRPr sz="2000">
              <a:solidFill>
                <a:schemeClr val="accent6"/>
              </a:solidFill>
              <a:latin typeface="Montserrat SemiBold"/>
              <a:ea typeface="Montserrat SemiBold"/>
              <a:cs typeface="Montserrat SemiBold"/>
              <a:sym typeface="Montserrat SemiBold"/>
            </a:endParaRPr>
          </a:p>
          <a:p>
            <a:pPr indent="0" lvl="0" marL="0" rtl="0" algn="l">
              <a:lnSpc>
                <a:spcPct val="150000"/>
              </a:lnSpc>
              <a:spcBef>
                <a:spcPts val="0"/>
              </a:spcBef>
              <a:spcAft>
                <a:spcPts val="0"/>
              </a:spcAft>
              <a:buNone/>
            </a:pPr>
            <a:r>
              <a:t/>
            </a:r>
            <a:endParaRPr sz="2000">
              <a:solidFill>
                <a:schemeClr val="accent6"/>
              </a:solidFill>
              <a:latin typeface="Montserrat SemiBold"/>
              <a:ea typeface="Montserrat SemiBold"/>
              <a:cs typeface="Montserrat SemiBold"/>
              <a:sym typeface="Montserrat SemiBold"/>
            </a:endParaRPr>
          </a:p>
        </p:txBody>
      </p:sp>
      <p:grpSp>
        <p:nvGrpSpPr>
          <p:cNvPr id="1219" name="Google Shape;1219;g36d7211e311_0_1202"/>
          <p:cNvGrpSpPr/>
          <p:nvPr/>
        </p:nvGrpSpPr>
        <p:grpSpPr>
          <a:xfrm>
            <a:off x="-71075" y="-117750"/>
            <a:ext cx="620918" cy="2182951"/>
            <a:chOff x="0" y="-47625"/>
            <a:chExt cx="1866300" cy="202200"/>
          </a:xfrm>
        </p:grpSpPr>
        <p:sp>
          <p:nvSpPr>
            <p:cNvPr id="1220" name="Google Shape;1220;g36d7211e311_0_120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21" name="Google Shape;1221;g36d7211e311_0_120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2" name="Google Shape;1222;g36d7211e311_0_1202"/>
          <p:cNvGrpSpPr/>
          <p:nvPr/>
        </p:nvGrpSpPr>
        <p:grpSpPr>
          <a:xfrm>
            <a:off x="16364200" y="1"/>
            <a:ext cx="2079805" cy="2079809"/>
            <a:chOff x="0" y="-47625"/>
            <a:chExt cx="1866300" cy="202200"/>
          </a:xfrm>
        </p:grpSpPr>
        <p:sp>
          <p:nvSpPr>
            <p:cNvPr id="1223" name="Google Shape;1223;g36d7211e311_0_1202"/>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24" name="Google Shape;1224;g36d7211e311_0_1202"/>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25" name="Google Shape;1225;g36d7211e311_0_1202"/>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9">
              <a:alphaModFix/>
            </a:blip>
            <a:stretch>
              <a:fillRect b="0" l="0" r="0" t="0"/>
            </a:stretch>
          </a:blipFill>
          <a:ln>
            <a:noFill/>
          </a:ln>
        </p:spPr>
      </p:sp>
      <p:sp>
        <p:nvSpPr>
          <p:cNvPr id="1226" name="Google Shape;1226;g36d7211e311_0_1202"/>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Try… Catch</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227" name="Google Shape;1227;g36d7211e311_0_1202"/>
          <p:cNvSpPr txBox="1"/>
          <p:nvPr/>
        </p:nvSpPr>
        <p:spPr>
          <a:xfrm>
            <a:off x="783213" y="2784163"/>
            <a:ext cx="16257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500">
              <a:solidFill>
                <a:schemeClr val="dk2"/>
              </a:solidFill>
              <a:latin typeface="Montserrat"/>
              <a:ea typeface="Montserrat"/>
              <a:cs typeface="Montserrat"/>
              <a:sym typeface="Montserrat"/>
            </a:endParaRPr>
          </a:p>
        </p:txBody>
      </p:sp>
      <p:pic>
        <p:nvPicPr>
          <p:cNvPr id="1228" name="Google Shape;1228;g36d7211e311_0_1202"/>
          <p:cNvPicPr preferRelativeResize="0"/>
          <p:nvPr/>
        </p:nvPicPr>
        <p:blipFill>
          <a:blip r:embed="rId10">
            <a:alphaModFix/>
          </a:blip>
          <a:stretch>
            <a:fillRect/>
          </a:stretch>
        </p:blipFill>
        <p:spPr>
          <a:xfrm>
            <a:off x="2217913" y="2784175"/>
            <a:ext cx="13852175" cy="6951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234" name="Google Shape;1234;p9"/>
          <p:cNvSpPr/>
          <p:nvPr/>
        </p:nvSpPr>
        <p:spPr>
          <a:xfrm>
            <a:off x="17240318" y="883434"/>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4">
              <a:alphaModFix/>
            </a:blip>
            <a:stretch>
              <a:fillRect b="0" l="0" r="-25073" t="-23502"/>
            </a:stretch>
          </a:blipFill>
          <a:ln>
            <a:noFill/>
          </a:ln>
        </p:spPr>
      </p:sp>
      <p:grpSp>
        <p:nvGrpSpPr>
          <p:cNvPr id="1235" name="Google Shape;1235;p9"/>
          <p:cNvGrpSpPr/>
          <p:nvPr/>
        </p:nvGrpSpPr>
        <p:grpSpPr>
          <a:xfrm>
            <a:off x="-640779" y="6727335"/>
            <a:ext cx="5195280" cy="5195280"/>
            <a:chOff x="0" y="0"/>
            <a:chExt cx="812800" cy="812800"/>
          </a:xfrm>
        </p:grpSpPr>
        <p:sp>
          <p:nvSpPr>
            <p:cNvPr id="1236" name="Google Shape;1236;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8" name="Google Shape;1238;p9"/>
          <p:cNvGrpSpPr/>
          <p:nvPr/>
        </p:nvGrpSpPr>
        <p:grpSpPr>
          <a:xfrm>
            <a:off x="1267231" y="3075126"/>
            <a:ext cx="8371445" cy="6625423"/>
            <a:chOff x="0" y="-47625"/>
            <a:chExt cx="2204825" cy="1744968"/>
          </a:xfrm>
        </p:grpSpPr>
        <p:sp>
          <p:nvSpPr>
            <p:cNvPr id="1239" name="Google Shape;1239;p9"/>
            <p:cNvSpPr/>
            <p:nvPr/>
          </p:nvSpPr>
          <p:spPr>
            <a:xfrm>
              <a:off x="0" y="0"/>
              <a:ext cx="2204825" cy="1697343"/>
            </a:xfrm>
            <a:custGeom>
              <a:rect b="b" l="l" r="r" t="t"/>
              <a:pathLst>
                <a:path extrusionOk="0" h="1697343" w="2204825">
                  <a:moveTo>
                    <a:pt x="46240" y="0"/>
                  </a:moveTo>
                  <a:lnTo>
                    <a:pt x="2158585" y="0"/>
                  </a:lnTo>
                  <a:cubicBezTo>
                    <a:pt x="2170849" y="0"/>
                    <a:pt x="2182610" y="4872"/>
                    <a:pt x="2191282" y="13543"/>
                  </a:cubicBezTo>
                  <a:cubicBezTo>
                    <a:pt x="2199953" y="22215"/>
                    <a:pt x="2204825" y="33976"/>
                    <a:pt x="2204825" y="46240"/>
                  </a:cubicBezTo>
                  <a:lnTo>
                    <a:pt x="2204825" y="1651103"/>
                  </a:lnTo>
                  <a:cubicBezTo>
                    <a:pt x="2204825" y="1676640"/>
                    <a:pt x="2184123" y="1697343"/>
                    <a:pt x="2158585" y="1697343"/>
                  </a:cubicBezTo>
                  <a:lnTo>
                    <a:pt x="46240" y="1697343"/>
                  </a:lnTo>
                  <a:cubicBezTo>
                    <a:pt x="20702" y="1697343"/>
                    <a:pt x="0" y="1676640"/>
                    <a:pt x="0" y="1651103"/>
                  </a:cubicBezTo>
                  <a:lnTo>
                    <a:pt x="0" y="46240"/>
                  </a:lnTo>
                  <a:cubicBezTo>
                    <a:pt x="0" y="20702"/>
                    <a:pt x="20702" y="0"/>
                    <a:pt x="46240" y="0"/>
                  </a:cubicBezTo>
                  <a:close/>
                </a:path>
              </a:pathLst>
            </a:custGeom>
            <a:solidFill>
              <a:srgbClr val="1736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
            <p:cNvSpPr txBox="1"/>
            <p:nvPr/>
          </p:nvSpPr>
          <p:spPr>
            <a:xfrm>
              <a:off x="0" y="-47625"/>
              <a:ext cx="2204825" cy="174496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1" name="Google Shape;1241;p9"/>
          <p:cNvSpPr/>
          <p:nvPr/>
        </p:nvSpPr>
        <p:spPr>
          <a:xfrm>
            <a:off x="1541614" y="3512054"/>
            <a:ext cx="7822679" cy="5932394"/>
          </a:xfrm>
          <a:custGeom>
            <a:rect b="b" l="l" r="r" t="t"/>
            <a:pathLst>
              <a:path extrusionOk="0" h="919083" w="1211938">
                <a:moveTo>
                  <a:pt x="35628" y="0"/>
                </a:moveTo>
                <a:lnTo>
                  <a:pt x="1176309" y="0"/>
                </a:lnTo>
                <a:cubicBezTo>
                  <a:pt x="1185759" y="0"/>
                  <a:pt x="1194821" y="3754"/>
                  <a:pt x="1201502" y="10435"/>
                </a:cubicBezTo>
                <a:cubicBezTo>
                  <a:pt x="1208184" y="17117"/>
                  <a:pt x="1211938" y="26179"/>
                  <a:pt x="1211938" y="35628"/>
                </a:cubicBezTo>
                <a:lnTo>
                  <a:pt x="1211938" y="883455"/>
                </a:lnTo>
                <a:cubicBezTo>
                  <a:pt x="1211938" y="892904"/>
                  <a:pt x="1208184" y="901966"/>
                  <a:pt x="1201502" y="908648"/>
                </a:cubicBezTo>
                <a:cubicBezTo>
                  <a:pt x="1194821" y="915329"/>
                  <a:pt x="1185759" y="919083"/>
                  <a:pt x="1176309" y="919083"/>
                </a:cubicBezTo>
                <a:lnTo>
                  <a:pt x="35628" y="919083"/>
                </a:lnTo>
                <a:cubicBezTo>
                  <a:pt x="26179" y="919083"/>
                  <a:pt x="17117" y="915329"/>
                  <a:pt x="10435" y="908648"/>
                </a:cubicBezTo>
                <a:cubicBezTo>
                  <a:pt x="3754" y="901966"/>
                  <a:pt x="0" y="892904"/>
                  <a:pt x="0" y="883455"/>
                </a:cubicBezTo>
                <a:lnTo>
                  <a:pt x="0" y="35628"/>
                </a:lnTo>
                <a:cubicBezTo>
                  <a:pt x="0" y="26179"/>
                  <a:pt x="3754" y="17117"/>
                  <a:pt x="10435" y="10435"/>
                </a:cubicBezTo>
                <a:cubicBezTo>
                  <a:pt x="17117" y="3754"/>
                  <a:pt x="26179" y="0"/>
                  <a:pt x="35628" y="0"/>
                </a:cubicBezTo>
                <a:close/>
              </a:path>
            </a:pathLst>
          </a:custGeom>
          <a:blipFill rotWithShape="1">
            <a:blip r:embed="rId5">
              <a:alphaModFix/>
            </a:blip>
            <a:stretch>
              <a:fillRect b="0" l="-6803" r="-680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
          <p:cNvSpPr/>
          <p:nvPr/>
        </p:nvSpPr>
        <p:spPr>
          <a:xfrm>
            <a:off x="934546" y="8507877"/>
            <a:ext cx="2246053" cy="1878262"/>
          </a:xfrm>
          <a:custGeom>
            <a:rect b="b" l="l" r="r" t="t"/>
            <a:pathLst>
              <a:path extrusionOk="0" h="1878262" w="2246053">
                <a:moveTo>
                  <a:pt x="0" y="0"/>
                </a:moveTo>
                <a:lnTo>
                  <a:pt x="2246054" y="0"/>
                </a:lnTo>
                <a:lnTo>
                  <a:pt x="2246054" y="1878262"/>
                </a:lnTo>
                <a:lnTo>
                  <a:pt x="0" y="1878262"/>
                </a:lnTo>
                <a:lnTo>
                  <a:pt x="0" y="0"/>
                </a:lnTo>
                <a:close/>
              </a:path>
            </a:pathLst>
          </a:custGeom>
          <a:blipFill rotWithShape="1">
            <a:blip r:embed="rId6">
              <a:alphaModFix/>
            </a:blip>
            <a:stretch>
              <a:fillRect b="0" l="0" r="0" t="0"/>
            </a:stretch>
          </a:blipFill>
          <a:ln>
            <a:noFill/>
          </a:ln>
        </p:spPr>
      </p:sp>
      <p:sp>
        <p:nvSpPr>
          <p:cNvPr id="1243" name="Google Shape;1243;p9"/>
          <p:cNvSpPr/>
          <p:nvPr/>
        </p:nvSpPr>
        <p:spPr>
          <a:xfrm>
            <a:off x="8652398" y="4558673"/>
            <a:ext cx="8400373" cy="2331104"/>
          </a:xfrm>
          <a:custGeom>
            <a:rect b="b" l="l" r="r" t="t"/>
            <a:pathLst>
              <a:path extrusionOk="0" h="2331104" w="8400373">
                <a:moveTo>
                  <a:pt x="0" y="0"/>
                </a:moveTo>
                <a:lnTo>
                  <a:pt x="8400374" y="0"/>
                </a:lnTo>
                <a:lnTo>
                  <a:pt x="8400374" y="2331104"/>
                </a:lnTo>
                <a:lnTo>
                  <a:pt x="0" y="2331104"/>
                </a:lnTo>
                <a:lnTo>
                  <a:pt x="0" y="0"/>
                </a:lnTo>
                <a:close/>
              </a:path>
            </a:pathLst>
          </a:custGeom>
          <a:blipFill rotWithShape="1">
            <a:blip r:embed="rId7">
              <a:alphaModFix/>
            </a:blip>
            <a:stretch>
              <a:fillRect b="0" l="0" r="0" t="0"/>
            </a:stretch>
          </a:blipFill>
          <a:ln>
            <a:noFill/>
          </a:ln>
        </p:spPr>
      </p:sp>
      <p:grpSp>
        <p:nvGrpSpPr>
          <p:cNvPr id="1244" name="Google Shape;1244;p9"/>
          <p:cNvGrpSpPr/>
          <p:nvPr/>
        </p:nvGrpSpPr>
        <p:grpSpPr>
          <a:xfrm>
            <a:off x="8464852" y="3661715"/>
            <a:ext cx="8775465" cy="2753568"/>
            <a:chOff x="0" y="-57150"/>
            <a:chExt cx="2311234" cy="725220"/>
          </a:xfrm>
        </p:grpSpPr>
        <p:sp>
          <p:nvSpPr>
            <p:cNvPr id="1245" name="Google Shape;1245;p9"/>
            <p:cNvSpPr/>
            <p:nvPr/>
          </p:nvSpPr>
          <p:spPr>
            <a:xfrm>
              <a:off x="0" y="0"/>
              <a:ext cx="2311234" cy="668070"/>
            </a:xfrm>
            <a:custGeom>
              <a:rect b="b" l="l" r="r" t="t"/>
              <a:pathLst>
                <a:path extrusionOk="0" h="668070" w="2311234">
                  <a:moveTo>
                    <a:pt x="31760" y="0"/>
                  </a:moveTo>
                  <a:lnTo>
                    <a:pt x="2279474" y="0"/>
                  </a:lnTo>
                  <a:cubicBezTo>
                    <a:pt x="2297014" y="0"/>
                    <a:pt x="2311234" y="14219"/>
                    <a:pt x="2311234" y="31760"/>
                  </a:cubicBezTo>
                  <a:lnTo>
                    <a:pt x="2311234" y="636310"/>
                  </a:lnTo>
                  <a:cubicBezTo>
                    <a:pt x="2311234" y="653850"/>
                    <a:pt x="2297014" y="668070"/>
                    <a:pt x="2279474" y="668070"/>
                  </a:cubicBezTo>
                  <a:lnTo>
                    <a:pt x="31760" y="668070"/>
                  </a:lnTo>
                  <a:cubicBezTo>
                    <a:pt x="14219" y="668070"/>
                    <a:pt x="0" y="653850"/>
                    <a:pt x="0" y="636310"/>
                  </a:cubicBezTo>
                  <a:lnTo>
                    <a:pt x="0" y="31760"/>
                  </a:lnTo>
                  <a:cubicBezTo>
                    <a:pt x="0" y="14219"/>
                    <a:pt x="14219" y="0"/>
                    <a:pt x="31760" y="0"/>
                  </a:cubicBezTo>
                  <a:close/>
                </a:path>
              </a:pathLst>
            </a:custGeom>
            <a:solidFill>
              <a:srgbClr val="FFB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
            <p:cNvSpPr txBox="1"/>
            <p:nvPr/>
          </p:nvSpPr>
          <p:spPr>
            <a:xfrm>
              <a:off x="0" y="-57150"/>
              <a:ext cx="2311234" cy="72522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7" name="Google Shape;1247;p9"/>
          <p:cNvSpPr/>
          <p:nvPr/>
        </p:nvSpPr>
        <p:spPr>
          <a:xfrm>
            <a:off x="9307230" y="4061853"/>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8">
              <a:alphaModFix/>
            </a:blip>
            <a:stretch>
              <a:fillRect b="0" l="0" r="0" t="0"/>
            </a:stretch>
          </a:blipFill>
          <a:ln>
            <a:noFill/>
          </a:ln>
        </p:spPr>
      </p:sp>
      <p:sp>
        <p:nvSpPr>
          <p:cNvPr id="1248" name="Google Shape;1248;p9"/>
          <p:cNvSpPr txBox="1"/>
          <p:nvPr/>
        </p:nvSpPr>
        <p:spPr>
          <a:xfrm>
            <a:off x="9307230" y="4732901"/>
            <a:ext cx="7745400" cy="1346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3500">
                <a:solidFill>
                  <a:srgbClr val="0B315E"/>
                </a:solidFill>
                <a:latin typeface="Montserrat"/>
                <a:ea typeface="Montserrat"/>
                <a:cs typeface="Montserrat"/>
                <a:sym typeface="Montserrat"/>
              </a:rPr>
              <a:t>Menulis kode dengan guideline</a:t>
            </a:r>
            <a:endParaRPr sz="3500">
              <a:solidFill>
                <a:srgbClr val="0B315E"/>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sz="3500">
                <a:solidFill>
                  <a:srgbClr val="0B315E"/>
                </a:solidFill>
                <a:latin typeface="Montserrat"/>
                <a:ea typeface="Montserrat"/>
                <a:cs typeface="Montserrat"/>
                <a:sym typeface="Montserrat"/>
              </a:rPr>
              <a:t>= kualitas + kolaborasi</a:t>
            </a:r>
            <a:endParaRPr sz="3500">
              <a:solidFill>
                <a:srgbClr val="0B315E"/>
              </a:solidFill>
              <a:latin typeface="Montserrat"/>
              <a:ea typeface="Montserrat"/>
              <a:cs typeface="Montserrat"/>
              <a:sym typeface="Montserrat"/>
            </a:endParaRPr>
          </a:p>
        </p:txBody>
      </p:sp>
      <p:sp>
        <p:nvSpPr>
          <p:cNvPr id="1249" name="Google Shape;1249;p9"/>
          <p:cNvSpPr txBox="1"/>
          <p:nvPr/>
        </p:nvSpPr>
        <p:spPr>
          <a:xfrm>
            <a:off x="10069230" y="4049737"/>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2999">
                <a:solidFill>
                  <a:srgbClr val="040912"/>
                </a:solidFill>
                <a:latin typeface="League Spartan"/>
                <a:ea typeface="League Spartan"/>
                <a:cs typeface="League Spartan"/>
                <a:sym typeface="League Spartan"/>
              </a:rPr>
              <a:t>Kesimpulan </a:t>
            </a:r>
            <a:r>
              <a:rPr b="0" i="0" lang="en-US" sz="2999" u="none" cap="none" strike="noStrike">
                <a:solidFill>
                  <a:srgbClr val="040912"/>
                </a:solidFill>
                <a:latin typeface="League Spartan"/>
                <a:ea typeface="League Spartan"/>
                <a:cs typeface="League Spartan"/>
                <a:sym typeface="League Spartan"/>
              </a:rPr>
              <a:t>1</a:t>
            </a:r>
            <a:endParaRPr/>
          </a:p>
        </p:txBody>
      </p:sp>
      <p:sp>
        <p:nvSpPr>
          <p:cNvPr id="1250" name="Google Shape;1250;p9"/>
          <p:cNvSpPr/>
          <p:nvPr/>
        </p:nvSpPr>
        <p:spPr>
          <a:xfrm>
            <a:off x="8652398" y="7549995"/>
            <a:ext cx="8400373" cy="2331104"/>
          </a:xfrm>
          <a:custGeom>
            <a:rect b="b" l="l" r="r" t="t"/>
            <a:pathLst>
              <a:path extrusionOk="0" h="2331104" w="8400373">
                <a:moveTo>
                  <a:pt x="0" y="0"/>
                </a:moveTo>
                <a:lnTo>
                  <a:pt x="8400374" y="0"/>
                </a:lnTo>
                <a:lnTo>
                  <a:pt x="8400374" y="2331103"/>
                </a:lnTo>
                <a:lnTo>
                  <a:pt x="0" y="2331103"/>
                </a:lnTo>
                <a:lnTo>
                  <a:pt x="0" y="0"/>
                </a:lnTo>
                <a:close/>
              </a:path>
            </a:pathLst>
          </a:custGeom>
          <a:blipFill rotWithShape="1">
            <a:blip r:embed="rId7">
              <a:alphaModFix/>
            </a:blip>
            <a:stretch>
              <a:fillRect b="0" l="0" r="0" t="0"/>
            </a:stretch>
          </a:blipFill>
          <a:ln>
            <a:noFill/>
          </a:ln>
        </p:spPr>
      </p:sp>
      <p:grpSp>
        <p:nvGrpSpPr>
          <p:cNvPr id="1251" name="Google Shape;1251;p9"/>
          <p:cNvGrpSpPr/>
          <p:nvPr/>
        </p:nvGrpSpPr>
        <p:grpSpPr>
          <a:xfrm>
            <a:off x="8464852" y="6653736"/>
            <a:ext cx="8775465" cy="2753568"/>
            <a:chOff x="0" y="-57150"/>
            <a:chExt cx="2311234" cy="725220"/>
          </a:xfrm>
        </p:grpSpPr>
        <p:sp>
          <p:nvSpPr>
            <p:cNvPr id="1252" name="Google Shape;1252;p9"/>
            <p:cNvSpPr/>
            <p:nvPr/>
          </p:nvSpPr>
          <p:spPr>
            <a:xfrm>
              <a:off x="0" y="0"/>
              <a:ext cx="2311234" cy="668070"/>
            </a:xfrm>
            <a:custGeom>
              <a:rect b="b" l="l" r="r" t="t"/>
              <a:pathLst>
                <a:path extrusionOk="0" h="668070" w="2311234">
                  <a:moveTo>
                    <a:pt x="31760" y="0"/>
                  </a:moveTo>
                  <a:lnTo>
                    <a:pt x="2279474" y="0"/>
                  </a:lnTo>
                  <a:cubicBezTo>
                    <a:pt x="2297014" y="0"/>
                    <a:pt x="2311234" y="14219"/>
                    <a:pt x="2311234" y="31760"/>
                  </a:cubicBezTo>
                  <a:lnTo>
                    <a:pt x="2311234" y="636310"/>
                  </a:lnTo>
                  <a:cubicBezTo>
                    <a:pt x="2311234" y="653850"/>
                    <a:pt x="2297014" y="668070"/>
                    <a:pt x="2279474" y="668070"/>
                  </a:cubicBezTo>
                  <a:lnTo>
                    <a:pt x="31760" y="668070"/>
                  </a:lnTo>
                  <a:cubicBezTo>
                    <a:pt x="14219" y="668070"/>
                    <a:pt x="0" y="653850"/>
                    <a:pt x="0" y="636310"/>
                  </a:cubicBezTo>
                  <a:lnTo>
                    <a:pt x="0" y="31760"/>
                  </a:lnTo>
                  <a:cubicBezTo>
                    <a:pt x="0" y="14219"/>
                    <a:pt x="14219" y="0"/>
                    <a:pt x="3176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
            <p:cNvSpPr txBox="1"/>
            <p:nvPr/>
          </p:nvSpPr>
          <p:spPr>
            <a:xfrm>
              <a:off x="0" y="-57150"/>
              <a:ext cx="2311234" cy="72522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54" name="Google Shape;1254;p9"/>
          <p:cNvSpPr/>
          <p:nvPr/>
        </p:nvSpPr>
        <p:spPr>
          <a:xfrm>
            <a:off x="9307230" y="7053873"/>
            <a:ext cx="331446" cy="481228"/>
          </a:xfrm>
          <a:custGeom>
            <a:rect b="b" l="l" r="r" t="t"/>
            <a:pathLst>
              <a:path extrusionOk="0" h="481228" w="331446">
                <a:moveTo>
                  <a:pt x="0" y="0"/>
                </a:moveTo>
                <a:lnTo>
                  <a:pt x="331446" y="0"/>
                </a:lnTo>
                <a:lnTo>
                  <a:pt x="331446" y="481228"/>
                </a:lnTo>
                <a:lnTo>
                  <a:pt x="0" y="481228"/>
                </a:lnTo>
                <a:lnTo>
                  <a:pt x="0" y="0"/>
                </a:lnTo>
                <a:close/>
              </a:path>
            </a:pathLst>
          </a:custGeom>
          <a:blipFill rotWithShape="1">
            <a:blip r:embed="rId9">
              <a:alphaModFix/>
            </a:blip>
            <a:stretch>
              <a:fillRect b="0" l="0" r="0" t="0"/>
            </a:stretch>
          </a:blipFill>
          <a:ln>
            <a:noFill/>
          </a:ln>
        </p:spPr>
      </p:sp>
      <p:sp>
        <p:nvSpPr>
          <p:cNvPr id="1255" name="Google Shape;1255;p9"/>
          <p:cNvSpPr txBox="1"/>
          <p:nvPr/>
        </p:nvSpPr>
        <p:spPr>
          <a:xfrm>
            <a:off x="9307225" y="7724925"/>
            <a:ext cx="7745400" cy="1574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3100">
                <a:solidFill>
                  <a:srgbClr val="FFFFFF"/>
                </a:solidFill>
                <a:latin typeface="Montserrat"/>
                <a:ea typeface="Montserrat"/>
                <a:cs typeface="Montserrat"/>
                <a:sym typeface="Montserrat"/>
              </a:rPr>
              <a:t>Prinsip dasar meliputi penamaan, struktur, komentar dan penanganan kesalahan</a:t>
            </a:r>
            <a:endParaRPr sz="3100">
              <a:solidFill>
                <a:srgbClr val="FFFFFF"/>
              </a:solidFill>
              <a:latin typeface="Montserrat"/>
              <a:ea typeface="Montserrat"/>
              <a:cs typeface="Montserrat"/>
              <a:sym typeface="Montserrat"/>
            </a:endParaRPr>
          </a:p>
        </p:txBody>
      </p:sp>
      <p:sp>
        <p:nvSpPr>
          <p:cNvPr id="1256" name="Google Shape;1256;p9"/>
          <p:cNvSpPr txBox="1"/>
          <p:nvPr/>
        </p:nvSpPr>
        <p:spPr>
          <a:xfrm>
            <a:off x="10069230" y="7041757"/>
            <a:ext cx="33879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2999">
                <a:solidFill>
                  <a:srgbClr val="FFFFFF"/>
                </a:solidFill>
                <a:latin typeface="League Spartan"/>
                <a:ea typeface="League Spartan"/>
                <a:cs typeface="League Spartan"/>
                <a:sym typeface="League Spartan"/>
              </a:rPr>
              <a:t>Kesimpulan </a:t>
            </a:r>
            <a:r>
              <a:rPr b="0" i="0" lang="en-US" sz="2999" u="none" cap="none" strike="noStrike">
                <a:solidFill>
                  <a:srgbClr val="FFFFFF"/>
                </a:solidFill>
                <a:latin typeface="League Spartan"/>
                <a:ea typeface="League Spartan"/>
                <a:cs typeface="League Spartan"/>
                <a:sym typeface="League Spartan"/>
              </a:rPr>
              <a:t>2</a:t>
            </a:r>
            <a:endParaRPr/>
          </a:p>
        </p:txBody>
      </p:sp>
      <p:sp>
        <p:nvSpPr>
          <p:cNvPr id="1257" name="Google Shape;1257;p9"/>
          <p:cNvSpPr txBox="1"/>
          <p:nvPr/>
        </p:nvSpPr>
        <p:spPr>
          <a:xfrm>
            <a:off x="2094517" y="2039271"/>
            <a:ext cx="14099100" cy="877500"/>
          </a:xfrm>
          <a:prstGeom prst="rect">
            <a:avLst/>
          </a:prstGeom>
          <a:noFill/>
          <a:ln>
            <a:noFill/>
          </a:ln>
        </p:spPr>
        <p:txBody>
          <a:bodyPr anchorCtr="0" anchor="t" bIns="0" lIns="0" spcFirstLastPara="1" rIns="0" wrap="square" tIns="0">
            <a:spAutoFit/>
          </a:bodyPr>
          <a:lstStyle/>
          <a:p>
            <a:pPr indent="0" lvl="0" marL="0" marR="0" rtl="0" algn="ctr">
              <a:lnSpc>
                <a:spcPct val="119982"/>
              </a:lnSpc>
              <a:spcBef>
                <a:spcPts val="0"/>
              </a:spcBef>
              <a:spcAft>
                <a:spcPts val="0"/>
              </a:spcAft>
              <a:buNone/>
            </a:pPr>
            <a:r>
              <a:rPr lang="en-US" sz="5700">
                <a:solidFill>
                  <a:srgbClr val="040912"/>
                </a:solidFill>
                <a:latin typeface="League Spartan"/>
                <a:ea typeface="League Spartan"/>
                <a:cs typeface="League Spartan"/>
                <a:sym typeface="League Spartan"/>
              </a:rPr>
              <a:t>KESIMPULAN</a:t>
            </a:r>
            <a:endParaRPr/>
          </a:p>
        </p:txBody>
      </p:sp>
      <p:grpSp>
        <p:nvGrpSpPr>
          <p:cNvPr id="1258" name="Google Shape;1258;p9"/>
          <p:cNvGrpSpPr/>
          <p:nvPr/>
        </p:nvGrpSpPr>
        <p:grpSpPr>
          <a:xfrm>
            <a:off x="16123837" y="-1680039"/>
            <a:ext cx="3811614" cy="3811614"/>
            <a:chOff x="0" y="0"/>
            <a:chExt cx="812800" cy="812800"/>
          </a:xfrm>
        </p:grpSpPr>
        <p:sp>
          <p:nvSpPr>
            <p:cNvPr id="1259" name="Google Shape;1259;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1" name="Google Shape;1261;p9"/>
          <p:cNvSpPr/>
          <p:nvPr/>
        </p:nvSpPr>
        <p:spPr>
          <a:xfrm>
            <a:off x="15964382" y="773115"/>
            <a:ext cx="1530705" cy="646723"/>
          </a:xfrm>
          <a:custGeom>
            <a:rect b="b" l="l" r="r" t="t"/>
            <a:pathLst>
              <a:path extrusionOk="0" h="646723" w="1530705">
                <a:moveTo>
                  <a:pt x="0" y="0"/>
                </a:moveTo>
                <a:lnTo>
                  <a:pt x="1530705" y="0"/>
                </a:lnTo>
                <a:lnTo>
                  <a:pt x="1530705" y="646723"/>
                </a:lnTo>
                <a:lnTo>
                  <a:pt x="0" y="646723"/>
                </a:lnTo>
                <a:lnTo>
                  <a:pt x="0" y="0"/>
                </a:lnTo>
                <a:close/>
              </a:path>
            </a:pathLst>
          </a:custGeom>
          <a:blipFill rotWithShape="1">
            <a:blip r:embed="rId10">
              <a:alphaModFix/>
            </a:blip>
            <a:stretch>
              <a:fillRect b="0" l="0" r="0" t="0"/>
            </a:stretch>
          </a:blipFill>
          <a:ln>
            <a:noFill/>
          </a:ln>
        </p:spPr>
      </p:sp>
      <p:sp>
        <p:nvSpPr>
          <p:cNvPr id="1262" name="Google Shape;1262;p9"/>
          <p:cNvSpPr/>
          <p:nvPr/>
        </p:nvSpPr>
        <p:spPr>
          <a:xfrm rot="-2560587">
            <a:off x="9455742" y="-1244373"/>
            <a:ext cx="4138436" cy="4034975"/>
          </a:xfrm>
          <a:custGeom>
            <a:rect b="b" l="l" r="r" t="t"/>
            <a:pathLst>
              <a:path extrusionOk="0" h="4034975" w="4138436">
                <a:moveTo>
                  <a:pt x="0" y="0"/>
                </a:moveTo>
                <a:lnTo>
                  <a:pt x="4138436" y="0"/>
                </a:lnTo>
                <a:lnTo>
                  <a:pt x="4138436" y="4034975"/>
                </a:lnTo>
                <a:lnTo>
                  <a:pt x="0" y="4034975"/>
                </a:lnTo>
                <a:lnTo>
                  <a:pt x="0" y="0"/>
                </a:lnTo>
                <a:close/>
              </a:path>
            </a:pathLst>
          </a:custGeom>
          <a:blipFill rotWithShape="1">
            <a:blip r:embed="rId11">
              <a:alphaModFix amt="19999"/>
            </a:blip>
            <a:stretch>
              <a:fillRect b="0" l="0" r="0" t="0"/>
            </a:stretch>
          </a:blipFill>
          <a:ln>
            <a:noFill/>
          </a:ln>
        </p:spPr>
      </p:sp>
      <p:sp>
        <p:nvSpPr>
          <p:cNvPr id="1263" name="Google Shape;1263;p9"/>
          <p:cNvSpPr/>
          <p:nvPr/>
        </p:nvSpPr>
        <p:spPr>
          <a:xfrm>
            <a:off x="15583517" y="7549995"/>
            <a:ext cx="3823139" cy="4034975"/>
          </a:xfrm>
          <a:custGeom>
            <a:rect b="b" l="l" r="r" t="t"/>
            <a:pathLst>
              <a:path extrusionOk="0" h="4034975" w="3823139">
                <a:moveTo>
                  <a:pt x="0" y="0"/>
                </a:moveTo>
                <a:lnTo>
                  <a:pt x="3823139" y="0"/>
                </a:lnTo>
                <a:lnTo>
                  <a:pt x="3823139" y="4034975"/>
                </a:lnTo>
                <a:lnTo>
                  <a:pt x="0" y="4034975"/>
                </a:lnTo>
                <a:lnTo>
                  <a:pt x="0" y="0"/>
                </a:lnTo>
                <a:close/>
              </a:path>
            </a:pathLst>
          </a:custGeom>
          <a:blipFill rotWithShape="1">
            <a:blip r:embed="rId12">
              <a:alphaModFix amt="19999"/>
            </a:blip>
            <a:stretch>
              <a:fillRect b="0" l="0" r="0" t="0"/>
            </a:stretch>
          </a:blipFill>
          <a:ln>
            <a:noFill/>
          </a:ln>
        </p:spPr>
      </p:sp>
      <p:grpSp>
        <p:nvGrpSpPr>
          <p:cNvPr id="1264" name="Google Shape;1264;p9"/>
          <p:cNvGrpSpPr/>
          <p:nvPr/>
        </p:nvGrpSpPr>
        <p:grpSpPr>
          <a:xfrm>
            <a:off x="0" y="-180826"/>
            <a:ext cx="7085539" cy="767277"/>
            <a:chOff x="0" y="-47625"/>
            <a:chExt cx="1866150" cy="202081"/>
          </a:xfrm>
        </p:grpSpPr>
        <p:sp>
          <p:nvSpPr>
            <p:cNvPr id="1265" name="Google Shape;1265;p9"/>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66" name="Google Shape;1266;p9"/>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7" name="Google Shape;1267;p9"/>
          <p:cNvGrpSpPr/>
          <p:nvPr/>
        </p:nvGrpSpPr>
        <p:grpSpPr>
          <a:xfrm>
            <a:off x="11202461" y="9519723"/>
            <a:ext cx="7085539" cy="767277"/>
            <a:chOff x="0" y="-47625"/>
            <a:chExt cx="1866150" cy="202081"/>
          </a:xfrm>
        </p:grpSpPr>
        <p:sp>
          <p:nvSpPr>
            <p:cNvPr id="1268" name="Google Shape;1268;p9"/>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69" name="Google Shape;1269;p9"/>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70" name="Google Shape;1270;p9"/>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13">
              <a:alphaModFix/>
            </a:blip>
            <a:stretch>
              <a:fillRect b="0" l="0" r="0" t="0"/>
            </a:stretch>
          </a:blipFill>
          <a:ln>
            <a:noFill/>
          </a:ln>
        </p:spPr>
      </p:sp>
      <p:sp>
        <p:nvSpPr>
          <p:cNvPr id="1271" name="Google Shape;1271;p9"/>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13">
              <a:alphaModFix/>
            </a:blip>
            <a:stretch>
              <a:fillRect b="0" l="0" r="0" t="0"/>
            </a:stretch>
          </a:blipFill>
          <a:ln>
            <a:noFill/>
          </a:ln>
        </p:spPr>
      </p:sp>
      <p:sp>
        <p:nvSpPr>
          <p:cNvPr id="1272" name="Google Shape;1272;p9"/>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14">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278" name="Google Shape;1278;p13"/>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19999"/>
            </a:blip>
            <a:stretch>
              <a:fillRect b="0" l="0" r="0" t="0"/>
            </a:stretch>
          </a:blipFill>
          <a:ln>
            <a:noFill/>
          </a:ln>
        </p:spPr>
      </p:sp>
      <p:sp>
        <p:nvSpPr>
          <p:cNvPr id="1279" name="Google Shape;1279;p13"/>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19999"/>
            </a:blip>
            <a:stretch>
              <a:fillRect b="0" l="0" r="0" t="0"/>
            </a:stretch>
          </a:blipFill>
          <a:ln>
            <a:noFill/>
          </a:ln>
        </p:spPr>
      </p:sp>
      <p:grpSp>
        <p:nvGrpSpPr>
          <p:cNvPr id="1280" name="Google Shape;1280;p13"/>
          <p:cNvGrpSpPr/>
          <p:nvPr/>
        </p:nvGrpSpPr>
        <p:grpSpPr>
          <a:xfrm>
            <a:off x="-3028412" y="2805165"/>
            <a:ext cx="3811614" cy="3811614"/>
            <a:chOff x="0" y="0"/>
            <a:chExt cx="812800" cy="812800"/>
          </a:xfrm>
        </p:grpSpPr>
        <p:sp>
          <p:nvSpPr>
            <p:cNvPr id="1281" name="Google Shape;1281;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3"/>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3" name="Google Shape;1283;p13"/>
          <p:cNvGrpSpPr/>
          <p:nvPr/>
        </p:nvGrpSpPr>
        <p:grpSpPr>
          <a:xfrm>
            <a:off x="0" y="525724"/>
            <a:ext cx="18765460" cy="1526954"/>
            <a:chOff x="0" y="-47625"/>
            <a:chExt cx="1866300" cy="202200"/>
          </a:xfrm>
        </p:grpSpPr>
        <p:sp>
          <p:nvSpPr>
            <p:cNvPr id="1284" name="Google Shape;1284;p1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285" name="Google Shape;1285;p13"/>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6" name="Google Shape;1286;p13"/>
          <p:cNvGrpSpPr/>
          <p:nvPr/>
        </p:nvGrpSpPr>
        <p:grpSpPr>
          <a:xfrm>
            <a:off x="17581435" y="-117747"/>
            <a:ext cx="2079793" cy="2079793"/>
            <a:chOff x="0" y="0"/>
            <a:chExt cx="812800" cy="812800"/>
          </a:xfrm>
        </p:grpSpPr>
        <p:sp>
          <p:nvSpPr>
            <p:cNvPr id="1287" name="Google Shape;1287;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3"/>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9" name="Google Shape;1289;p13"/>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290" name="Google Shape;1290;p13"/>
          <p:cNvGrpSpPr/>
          <p:nvPr/>
        </p:nvGrpSpPr>
        <p:grpSpPr>
          <a:xfrm>
            <a:off x="0" y="-180826"/>
            <a:ext cx="7085539" cy="767277"/>
            <a:chOff x="0" y="-47625"/>
            <a:chExt cx="1866150" cy="202081"/>
          </a:xfrm>
        </p:grpSpPr>
        <p:sp>
          <p:nvSpPr>
            <p:cNvPr id="1291" name="Google Shape;1291;p1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92" name="Google Shape;1292;p13"/>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93" name="Google Shape;1293;p13"/>
          <p:cNvGrpSpPr/>
          <p:nvPr/>
        </p:nvGrpSpPr>
        <p:grpSpPr>
          <a:xfrm>
            <a:off x="11202461" y="9519723"/>
            <a:ext cx="7085539" cy="767277"/>
            <a:chOff x="0" y="-47625"/>
            <a:chExt cx="1866150" cy="202081"/>
          </a:xfrm>
        </p:grpSpPr>
        <p:sp>
          <p:nvSpPr>
            <p:cNvPr id="1294" name="Google Shape;1294;p1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295" name="Google Shape;1295;p13"/>
            <p:cNvSpPr txBox="1"/>
            <p:nvPr/>
          </p:nvSpPr>
          <p:spPr>
            <a:xfrm>
              <a:off x="0" y="-47625"/>
              <a:ext cx="1866150" cy="202081"/>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6" name="Google Shape;1296;p13"/>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1297" name="Google Shape;1297;p13"/>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1298" name="Google Shape;1298;p13"/>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pic>
        <p:nvPicPr>
          <p:cNvPr id="1299" name="Google Shape;1299;p13"/>
          <p:cNvPicPr preferRelativeResize="0"/>
          <p:nvPr/>
        </p:nvPicPr>
        <p:blipFill>
          <a:blip r:embed="rId10">
            <a:alphaModFix/>
          </a:blip>
          <a:stretch>
            <a:fillRect/>
          </a:stretch>
        </p:blipFill>
        <p:spPr>
          <a:xfrm>
            <a:off x="8473150" y="3150294"/>
            <a:ext cx="10415974" cy="7615805"/>
          </a:xfrm>
          <a:prstGeom prst="rect">
            <a:avLst/>
          </a:prstGeom>
          <a:noFill/>
          <a:ln>
            <a:noFill/>
          </a:ln>
        </p:spPr>
      </p:pic>
      <p:sp>
        <p:nvSpPr>
          <p:cNvPr id="1300" name="Google Shape;1300;p13"/>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APLIKASI</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301" name="Google Shape;1301;p13"/>
          <p:cNvSpPr txBox="1"/>
          <p:nvPr/>
        </p:nvSpPr>
        <p:spPr>
          <a:xfrm>
            <a:off x="1278150" y="2694450"/>
            <a:ext cx="7085700" cy="5725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4000">
                <a:solidFill>
                  <a:srgbClr val="1D3153"/>
                </a:solidFill>
                <a:latin typeface="Montserrat Medium"/>
                <a:ea typeface="Montserrat Medium"/>
                <a:cs typeface="Montserrat Medium"/>
                <a:sym typeface="Montserrat Medium"/>
              </a:rPr>
              <a:t>Buatlah sebuah fungsi yang berfungsi untuk melakukan pengecekan bilangan ganjil dan genap dengan menerapkan prisip guidelines dan best practice dengan mengikuti instruksi yang diberikan pada Jobsheet.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g36d7211e311_0_13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1307" name="Google Shape;1307;g36d7211e311_0_1314"/>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308" name="Google Shape;1308;g36d7211e311_0_1314"/>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309" name="Google Shape;1309;g36d7211e311_0_1314"/>
          <p:cNvGrpSpPr/>
          <p:nvPr/>
        </p:nvGrpSpPr>
        <p:grpSpPr>
          <a:xfrm>
            <a:off x="-3028412" y="2805165"/>
            <a:ext cx="3811626" cy="3811626"/>
            <a:chOff x="0" y="0"/>
            <a:chExt cx="812800" cy="812800"/>
          </a:xfrm>
        </p:grpSpPr>
        <p:sp>
          <p:nvSpPr>
            <p:cNvPr id="1310" name="Google Shape;1310;g36d7211e311_0_13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g36d7211e311_0_131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2" name="Google Shape;1312;g36d7211e311_0_1314"/>
          <p:cNvGrpSpPr/>
          <p:nvPr/>
        </p:nvGrpSpPr>
        <p:grpSpPr>
          <a:xfrm>
            <a:off x="0" y="525724"/>
            <a:ext cx="18765460" cy="1526954"/>
            <a:chOff x="0" y="-47625"/>
            <a:chExt cx="1866300" cy="202200"/>
          </a:xfrm>
        </p:grpSpPr>
        <p:sp>
          <p:nvSpPr>
            <p:cNvPr id="1313" name="Google Shape;1313;g36d7211e311_0_131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314" name="Google Shape;1314;g36d7211e311_0_1314"/>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5" name="Google Shape;1315;g36d7211e311_0_1314"/>
          <p:cNvGrpSpPr/>
          <p:nvPr/>
        </p:nvGrpSpPr>
        <p:grpSpPr>
          <a:xfrm>
            <a:off x="17581435" y="-117747"/>
            <a:ext cx="2079793" cy="2079793"/>
            <a:chOff x="0" y="0"/>
            <a:chExt cx="812800" cy="812800"/>
          </a:xfrm>
        </p:grpSpPr>
        <p:sp>
          <p:nvSpPr>
            <p:cNvPr id="1316" name="Google Shape;1316;g36d7211e311_0_13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g36d7211e311_0_131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18" name="Google Shape;1318;g36d7211e311_0_1314"/>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319" name="Google Shape;1319;g36d7211e311_0_1314"/>
          <p:cNvGrpSpPr/>
          <p:nvPr/>
        </p:nvGrpSpPr>
        <p:grpSpPr>
          <a:xfrm>
            <a:off x="0" y="-180827"/>
            <a:ext cx="7086154" cy="767733"/>
            <a:chOff x="0" y="-47625"/>
            <a:chExt cx="1866300" cy="202200"/>
          </a:xfrm>
        </p:grpSpPr>
        <p:sp>
          <p:nvSpPr>
            <p:cNvPr id="1320" name="Google Shape;1320;g36d7211e311_0_131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21" name="Google Shape;1321;g36d7211e311_0_131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2" name="Google Shape;1322;g36d7211e311_0_1314"/>
          <p:cNvGrpSpPr/>
          <p:nvPr/>
        </p:nvGrpSpPr>
        <p:grpSpPr>
          <a:xfrm>
            <a:off x="11202461" y="9519722"/>
            <a:ext cx="7086154" cy="767733"/>
            <a:chOff x="0" y="-47625"/>
            <a:chExt cx="1866300" cy="202200"/>
          </a:xfrm>
        </p:grpSpPr>
        <p:sp>
          <p:nvSpPr>
            <p:cNvPr id="1323" name="Google Shape;1323;g36d7211e311_0_1314"/>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24" name="Google Shape;1324;g36d7211e311_0_1314"/>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25" name="Google Shape;1325;g36d7211e311_0_1314"/>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1326" name="Google Shape;1326;g36d7211e311_0_1314"/>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1327" name="Google Shape;1327;g36d7211e311_0_1314"/>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pic>
        <p:nvPicPr>
          <p:cNvPr id="1328" name="Google Shape;1328;g36d7211e311_0_1314"/>
          <p:cNvPicPr preferRelativeResize="0"/>
          <p:nvPr/>
        </p:nvPicPr>
        <p:blipFill>
          <a:blip r:embed="rId10">
            <a:alphaModFix/>
          </a:blip>
          <a:stretch>
            <a:fillRect/>
          </a:stretch>
        </p:blipFill>
        <p:spPr>
          <a:xfrm>
            <a:off x="8473150" y="3150294"/>
            <a:ext cx="10415974" cy="7615805"/>
          </a:xfrm>
          <a:prstGeom prst="rect">
            <a:avLst/>
          </a:prstGeom>
          <a:noFill/>
          <a:ln>
            <a:noFill/>
          </a:ln>
        </p:spPr>
      </p:pic>
      <p:sp>
        <p:nvSpPr>
          <p:cNvPr id="1329" name="Google Shape;1329;g36d7211e311_0_1314"/>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EVALUASI</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330" name="Google Shape;1330;g36d7211e311_0_1314"/>
          <p:cNvSpPr txBox="1"/>
          <p:nvPr/>
        </p:nvSpPr>
        <p:spPr>
          <a:xfrm>
            <a:off x="1278150" y="2694450"/>
            <a:ext cx="7085700" cy="2031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4000">
                <a:solidFill>
                  <a:srgbClr val="1D3153"/>
                </a:solidFill>
                <a:latin typeface="Montserrat Medium"/>
                <a:ea typeface="Montserrat Medium"/>
                <a:cs typeface="Montserrat Medium"/>
                <a:sym typeface="Montserrat Medium"/>
              </a:rPr>
              <a:t>Kerjakan soal sesuai dengan </a:t>
            </a:r>
            <a:r>
              <a:rPr lang="en-US" sz="4000">
                <a:solidFill>
                  <a:schemeClr val="accent6"/>
                </a:solidFill>
                <a:latin typeface="Montserrat Medium"/>
                <a:ea typeface="Montserrat Medium"/>
                <a:cs typeface="Montserrat Medium"/>
                <a:sym typeface="Montserrat Medium"/>
              </a:rPr>
              <a:t>lembar evaluasi</a:t>
            </a:r>
            <a:r>
              <a:rPr lang="en-US" sz="4000">
                <a:solidFill>
                  <a:srgbClr val="1D3153"/>
                </a:solidFill>
                <a:latin typeface="Montserrat Medium"/>
                <a:ea typeface="Montserrat Medium"/>
                <a:cs typeface="Montserrat Medium"/>
                <a:sym typeface="Montserrat Medium"/>
              </a:rPr>
              <a:t> yang telah dibagikan</a:t>
            </a:r>
            <a:endParaRPr/>
          </a:p>
        </p:txBody>
      </p:sp>
      <p:sp>
        <p:nvSpPr>
          <p:cNvPr id="1331" name="Google Shape;1331;g36d7211e311_0_1314"/>
          <p:cNvSpPr txBox="1"/>
          <p:nvPr/>
        </p:nvSpPr>
        <p:spPr>
          <a:xfrm>
            <a:off x="1381050" y="5636863"/>
            <a:ext cx="7085700" cy="1416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4000">
                <a:solidFill>
                  <a:srgbClr val="1D3153"/>
                </a:solidFill>
                <a:latin typeface="Montserrat Medium"/>
                <a:ea typeface="Montserrat Medium"/>
                <a:cs typeface="Montserrat Medium"/>
                <a:sym typeface="Montserrat Medium"/>
              </a:rPr>
              <a:t>Waktu Pengejaan</a:t>
            </a:r>
            <a:endParaRPr sz="4000">
              <a:solidFill>
                <a:srgbClr val="1D3153"/>
              </a:solidFill>
              <a:latin typeface="Montserrat Medium"/>
              <a:ea typeface="Montserrat Medium"/>
              <a:cs typeface="Montserrat Medium"/>
              <a:sym typeface="Montserrat Medium"/>
            </a:endParaRPr>
          </a:p>
          <a:p>
            <a:pPr indent="0" lvl="0" marL="0" rtl="0" algn="r">
              <a:spcBef>
                <a:spcPts val="0"/>
              </a:spcBef>
              <a:spcAft>
                <a:spcPts val="0"/>
              </a:spcAft>
              <a:buNone/>
            </a:pPr>
            <a:r>
              <a:rPr lang="en-US" sz="4000">
                <a:solidFill>
                  <a:schemeClr val="accent6"/>
                </a:solidFill>
                <a:latin typeface="Montserrat Medium"/>
                <a:ea typeface="Montserrat Medium"/>
                <a:cs typeface="Montserrat Medium"/>
                <a:sym typeface="Montserrat Medium"/>
              </a:rPr>
              <a:t>30 menit</a:t>
            </a:r>
            <a:endParaRPr>
              <a:solidFill>
                <a:schemeClr val="accent6"/>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g36d7211e311_0_13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1337" name="Google Shape;1337;g36d7211e311_0_1343"/>
          <p:cNvSpPr/>
          <p:nvPr/>
        </p:nvSpPr>
        <p:spPr>
          <a:xfrm>
            <a:off x="8964445" y="-1498894"/>
            <a:ext cx="3325195" cy="3406090"/>
          </a:xfrm>
          <a:custGeom>
            <a:rect b="b" l="l" r="r" t="t"/>
            <a:pathLst>
              <a:path extrusionOk="0" h="3406090" w="3325195">
                <a:moveTo>
                  <a:pt x="0" y="0"/>
                </a:moveTo>
                <a:lnTo>
                  <a:pt x="3325196" y="0"/>
                </a:lnTo>
                <a:lnTo>
                  <a:pt x="3325196" y="3406090"/>
                </a:lnTo>
                <a:lnTo>
                  <a:pt x="0" y="3406090"/>
                </a:lnTo>
                <a:lnTo>
                  <a:pt x="0" y="0"/>
                </a:lnTo>
                <a:close/>
              </a:path>
            </a:pathLst>
          </a:custGeom>
          <a:blipFill rotWithShape="1">
            <a:blip r:embed="rId4">
              <a:alphaModFix amt="20000"/>
            </a:blip>
            <a:stretch>
              <a:fillRect b="0" l="0" r="0" t="0"/>
            </a:stretch>
          </a:blipFill>
          <a:ln>
            <a:noFill/>
          </a:ln>
        </p:spPr>
      </p:sp>
      <p:sp>
        <p:nvSpPr>
          <p:cNvPr id="1338" name="Google Shape;1338;g36d7211e311_0_1343"/>
          <p:cNvSpPr/>
          <p:nvPr/>
        </p:nvSpPr>
        <p:spPr>
          <a:xfrm rot="-5400000">
            <a:off x="-898017" y="8574999"/>
            <a:ext cx="2274780" cy="2283342"/>
          </a:xfrm>
          <a:custGeom>
            <a:rect b="b" l="l" r="r" t="t"/>
            <a:pathLst>
              <a:path extrusionOk="0" h="2283342" w="2274780">
                <a:moveTo>
                  <a:pt x="0" y="0"/>
                </a:moveTo>
                <a:lnTo>
                  <a:pt x="2274780" y="0"/>
                </a:lnTo>
                <a:lnTo>
                  <a:pt x="2274780" y="2283342"/>
                </a:lnTo>
                <a:lnTo>
                  <a:pt x="0" y="2283342"/>
                </a:lnTo>
                <a:lnTo>
                  <a:pt x="0" y="0"/>
                </a:lnTo>
                <a:close/>
              </a:path>
            </a:pathLst>
          </a:custGeom>
          <a:blipFill rotWithShape="1">
            <a:blip r:embed="rId5">
              <a:alphaModFix amt="20000"/>
            </a:blip>
            <a:stretch>
              <a:fillRect b="0" l="0" r="0" t="0"/>
            </a:stretch>
          </a:blipFill>
          <a:ln>
            <a:noFill/>
          </a:ln>
        </p:spPr>
      </p:sp>
      <p:grpSp>
        <p:nvGrpSpPr>
          <p:cNvPr id="1339" name="Google Shape;1339;g36d7211e311_0_1343"/>
          <p:cNvGrpSpPr/>
          <p:nvPr/>
        </p:nvGrpSpPr>
        <p:grpSpPr>
          <a:xfrm>
            <a:off x="-3028412" y="2805165"/>
            <a:ext cx="3811626" cy="3811626"/>
            <a:chOff x="0" y="0"/>
            <a:chExt cx="812800" cy="812800"/>
          </a:xfrm>
        </p:grpSpPr>
        <p:sp>
          <p:nvSpPr>
            <p:cNvPr id="1340" name="Google Shape;1340;g36d7211e311_0_13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g36d7211e311_0_134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2" name="Google Shape;1342;g36d7211e311_0_1343"/>
          <p:cNvGrpSpPr/>
          <p:nvPr/>
        </p:nvGrpSpPr>
        <p:grpSpPr>
          <a:xfrm>
            <a:off x="0" y="525724"/>
            <a:ext cx="18765460" cy="1526954"/>
            <a:chOff x="0" y="-47625"/>
            <a:chExt cx="1866300" cy="202200"/>
          </a:xfrm>
        </p:grpSpPr>
        <p:sp>
          <p:nvSpPr>
            <p:cNvPr id="1343" name="Google Shape;1343;g36d7211e311_0_134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chemeClr val="accent6"/>
            </a:solidFill>
            <a:ln>
              <a:noFill/>
            </a:ln>
          </p:spPr>
        </p:sp>
        <p:sp>
          <p:nvSpPr>
            <p:cNvPr id="1344" name="Google Shape;1344;g36d7211e311_0_1343"/>
            <p:cNvSpPr txBox="1"/>
            <p:nvPr/>
          </p:nvSpPr>
          <p:spPr>
            <a:xfrm>
              <a:off x="0" y="-47625"/>
              <a:ext cx="1866300" cy="2022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5" name="Google Shape;1345;g36d7211e311_0_1343"/>
          <p:cNvGrpSpPr/>
          <p:nvPr/>
        </p:nvGrpSpPr>
        <p:grpSpPr>
          <a:xfrm>
            <a:off x="17581435" y="-117747"/>
            <a:ext cx="2079793" cy="2079793"/>
            <a:chOff x="0" y="0"/>
            <a:chExt cx="812800" cy="812800"/>
          </a:xfrm>
        </p:grpSpPr>
        <p:sp>
          <p:nvSpPr>
            <p:cNvPr id="1346" name="Google Shape;1346;g36d7211e311_0_13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g36d7211e311_0_134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48" name="Google Shape;1348;g36d7211e311_0_1343"/>
          <p:cNvSpPr/>
          <p:nvPr/>
        </p:nvSpPr>
        <p:spPr>
          <a:xfrm>
            <a:off x="46344" y="2714278"/>
            <a:ext cx="1334700" cy="1361939"/>
          </a:xfrm>
          <a:custGeom>
            <a:rect b="b" l="l" r="r" t="t"/>
            <a:pathLst>
              <a:path extrusionOk="0" h="1361939" w="1334700">
                <a:moveTo>
                  <a:pt x="0" y="0"/>
                </a:moveTo>
                <a:lnTo>
                  <a:pt x="1334700" y="0"/>
                </a:lnTo>
                <a:lnTo>
                  <a:pt x="1334700" y="1361938"/>
                </a:lnTo>
                <a:lnTo>
                  <a:pt x="0" y="1361938"/>
                </a:lnTo>
                <a:lnTo>
                  <a:pt x="0" y="0"/>
                </a:lnTo>
                <a:close/>
              </a:path>
            </a:pathLst>
          </a:custGeom>
          <a:blipFill rotWithShape="1">
            <a:blip r:embed="rId6">
              <a:alphaModFix/>
            </a:blip>
            <a:stretch>
              <a:fillRect b="0" l="0" r="0" t="0"/>
            </a:stretch>
          </a:blipFill>
          <a:ln>
            <a:noFill/>
          </a:ln>
        </p:spPr>
      </p:sp>
      <p:grpSp>
        <p:nvGrpSpPr>
          <p:cNvPr id="1349" name="Google Shape;1349;g36d7211e311_0_1343"/>
          <p:cNvGrpSpPr/>
          <p:nvPr/>
        </p:nvGrpSpPr>
        <p:grpSpPr>
          <a:xfrm>
            <a:off x="0" y="-180827"/>
            <a:ext cx="7086154" cy="767733"/>
            <a:chOff x="0" y="-47625"/>
            <a:chExt cx="1866300" cy="202200"/>
          </a:xfrm>
        </p:grpSpPr>
        <p:sp>
          <p:nvSpPr>
            <p:cNvPr id="1350" name="Google Shape;1350;g36d7211e311_0_134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51" name="Google Shape;1351;g36d7211e311_0_134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2" name="Google Shape;1352;g36d7211e311_0_1343"/>
          <p:cNvGrpSpPr/>
          <p:nvPr/>
        </p:nvGrpSpPr>
        <p:grpSpPr>
          <a:xfrm>
            <a:off x="11202461" y="9519722"/>
            <a:ext cx="7086154" cy="767733"/>
            <a:chOff x="0" y="-47625"/>
            <a:chExt cx="1866300" cy="202200"/>
          </a:xfrm>
        </p:grpSpPr>
        <p:sp>
          <p:nvSpPr>
            <p:cNvPr id="1353" name="Google Shape;1353;g36d7211e311_0_1343"/>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54" name="Google Shape;1354;g36d7211e311_0_1343"/>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5" name="Google Shape;1355;g36d7211e311_0_1343"/>
          <p:cNvSpPr/>
          <p:nvPr/>
        </p:nvSpPr>
        <p:spPr>
          <a:xfrm>
            <a:off x="16898519" y="671199"/>
            <a:ext cx="1235998" cy="1235998"/>
          </a:xfrm>
          <a:custGeom>
            <a:rect b="b" l="l" r="r" t="t"/>
            <a:pathLst>
              <a:path extrusionOk="0" h="1235998" w="1235998">
                <a:moveTo>
                  <a:pt x="0" y="0"/>
                </a:moveTo>
                <a:lnTo>
                  <a:pt x="1235998" y="0"/>
                </a:lnTo>
                <a:lnTo>
                  <a:pt x="1235998" y="1235997"/>
                </a:lnTo>
                <a:lnTo>
                  <a:pt x="0" y="1235997"/>
                </a:lnTo>
                <a:lnTo>
                  <a:pt x="0" y="0"/>
                </a:lnTo>
                <a:close/>
              </a:path>
            </a:pathLst>
          </a:custGeom>
          <a:blipFill rotWithShape="1">
            <a:blip r:embed="rId7">
              <a:alphaModFix/>
            </a:blip>
            <a:stretch>
              <a:fillRect b="0" l="0" r="0" t="0"/>
            </a:stretch>
          </a:blipFill>
          <a:ln>
            <a:noFill/>
          </a:ln>
        </p:spPr>
      </p:sp>
      <p:sp>
        <p:nvSpPr>
          <p:cNvPr id="1356" name="Google Shape;1356;g36d7211e311_0_1343"/>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8">
              <a:alphaModFix/>
            </a:blip>
            <a:stretch>
              <a:fillRect b="0" l="0" r="0" t="0"/>
            </a:stretch>
          </a:blipFill>
          <a:ln>
            <a:noFill/>
          </a:ln>
        </p:spPr>
      </p:sp>
      <p:sp>
        <p:nvSpPr>
          <p:cNvPr id="1357" name="Google Shape;1357;g36d7211e311_0_1343"/>
          <p:cNvSpPr/>
          <p:nvPr/>
        </p:nvSpPr>
        <p:spPr>
          <a:xfrm>
            <a:off x="7290541" y="89726"/>
            <a:ext cx="1182601" cy="406999"/>
          </a:xfrm>
          <a:custGeom>
            <a:rect b="b" l="l" r="r" t="t"/>
            <a:pathLst>
              <a:path extrusionOk="0" h="406999" w="1182601">
                <a:moveTo>
                  <a:pt x="0" y="0"/>
                </a:moveTo>
                <a:lnTo>
                  <a:pt x="1182602" y="0"/>
                </a:lnTo>
                <a:lnTo>
                  <a:pt x="1182602" y="406999"/>
                </a:lnTo>
                <a:lnTo>
                  <a:pt x="0" y="406999"/>
                </a:lnTo>
                <a:lnTo>
                  <a:pt x="0" y="0"/>
                </a:lnTo>
                <a:close/>
              </a:path>
            </a:pathLst>
          </a:custGeom>
          <a:blipFill rotWithShape="1">
            <a:blip r:embed="rId9">
              <a:alphaModFix/>
            </a:blip>
            <a:stretch>
              <a:fillRect b="0" l="0" r="0" t="0"/>
            </a:stretch>
          </a:blipFill>
          <a:ln>
            <a:noFill/>
          </a:ln>
        </p:spPr>
      </p:sp>
      <p:pic>
        <p:nvPicPr>
          <p:cNvPr id="1358" name="Google Shape;1358;g36d7211e311_0_1343"/>
          <p:cNvPicPr preferRelativeResize="0"/>
          <p:nvPr/>
        </p:nvPicPr>
        <p:blipFill>
          <a:blip r:embed="rId10">
            <a:alphaModFix/>
          </a:blip>
          <a:stretch>
            <a:fillRect/>
          </a:stretch>
        </p:blipFill>
        <p:spPr>
          <a:xfrm>
            <a:off x="8473150" y="3150294"/>
            <a:ext cx="10415974" cy="7615805"/>
          </a:xfrm>
          <a:prstGeom prst="rect">
            <a:avLst/>
          </a:prstGeom>
          <a:noFill/>
          <a:ln>
            <a:noFill/>
          </a:ln>
        </p:spPr>
      </p:pic>
      <p:sp>
        <p:nvSpPr>
          <p:cNvPr id="1359" name="Google Shape;1359;g36d7211e311_0_1343"/>
          <p:cNvSpPr txBox="1"/>
          <p:nvPr/>
        </p:nvSpPr>
        <p:spPr>
          <a:xfrm>
            <a:off x="679750" y="870800"/>
            <a:ext cx="134607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dk2"/>
                </a:solidFill>
                <a:latin typeface="Montserrat SemiBold"/>
                <a:ea typeface="Montserrat SemiBold"/>
                <a:cs typeface="Montserrat SemiBold"/>
                <a:sym typeface="Montserrat SemiBold"/>
              </a:rPr>
              <a:t>TUGAS TAMBAHAN</a:t>
            </a:r>
            <a:endParaRPr sz="4400">
              <a:solidFill>
                <a:schemeClr val="dk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4400">
              <a:solidFill>
                <a:schemeClr val="dk2"/>
              </a:solidFill>
              <a:latin typeface="Montserrat SemiBold"/>
              <a:ea typeface="Montserrat SemiBold"/>
              <a:cs typeface="Montserrat SemiBold"/>
              <a:sym typeface="Montserrat SemiBold"/>
            </a:endParaRPr>
          </a:p>
        </p:txBody>
      </p:sp>
      <p:sp>
        <p:nvSpPr>
          <p:cNvPr id="1360" name="Google Shape;1360;g36d7211e311_0_1343"/>
          <p:cNvSpPr txBox="1"/>
          <p:nvPr/>
        </p:nvSpPr>
        <p:spPr>
          <a:xfrm>
            <a:off x="1029150" y="5619750"/>
            <a:ext cx="7085700" cy="1416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4000">
                <a:solidFill>
                  <a:srgbClr val="1D3153"/>
                </a:solidFill>
                <a:latin typeface="Montserrat Medium"/>
                <a:ea typeface="Montserrat Medium"/>
                <a:cs typeface="Montserrat Medium"/>
                <a:sym typeface="Montserrat Medium"/>
              </a:rPr>
              <a:t>Pelajari kembali tentang </a:t>
            </a:r>
            <a:r>
              <a:rPr lang="en-US" sz="4000">
                <a:solidFill>
                  <a:schemeClr val="accent6"/>
                </a:solidFill>
                <a:latin typeface="Montserrat Medium"/>
                <a:ea typeface="Montserrat Medium"/>
                <a:cs typeface="Montserrat Medium"/>
                <a:sym typeface="Montserrat Medium"/>
              </a:rPr>
              <a:t>Javascript Dasar</a:t>
            </a:r>
            <a:endParaRPr>
              <a:solidFill>
                <a:schemeClr val="accent6"/>
              </a:solidFill>
            </a:endParaRPr>
          </a:p>
        </p:txBody>
      </p:sp>
      <p:sp>
        <p:nvSpPr>
          <p:cNvPr id="1361" name="Google Shape;1361;g36d7211e311_0_1343"/>
          <p:cNvSpPr txBox="1"/>
          <p:nvPr/>
        </p:nvSpPr>
        <p:spPr>
          <a:xfrm>
            <a:off x="1381050" y="5636863"/>
            <a:ext cx="7085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a:solidFill>
                <a:schemeClr val="accent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g36d7211e311_0_8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cxnSp>
        <p:nvCxnSpPr>
          <p:cNvPr id="1367" name="Google Shape;1367;g36d7211e311_0_80"/>
          <p:cNvCxnSpPr/>
          <p:nvPr/>
        </p:nvCxnSpPr>
        <p:spPr>
          <a:xfrm>
            <a:off x="11044278" y="3192117"/>
            <a:ext cx="0" cy="5274900"/>
          </a:xfrm>
          <a:prstGeom prst="straightConnector1">
            <a:avLst/>
          </a:prstGeom>
          <a:noFill/>
          <a:ln cap="flat" cmpd="sng" w="38100">
            <a:solidFill>
              <a:srgbClr val="000000"/>
            </a:solidFill>
            <a:prstDash val="solid"/>
            <a:round/>
            <a:headEnd len="sm" w="sm" type="none"/>
            <a:tailEnd len="sm" w="sm" type="none"/>
          </a:ln>
        </p:spPr>
      </p:cxnSp>
      <p:grpSp>
        <p:nvGrpSpPr>
          <p:cNvPr id="1368" name="Google Shape;1368;g36d7211e311_0_80"/>
          <p:cNvGrpSpPr/>
          <p:nvPr/>
        </p:nvGrpSpPr>
        <p:grpSpPr>
          <a:xfrm>
            <a:off x="15162291" y="-769078"/>
            <a:ext cx="3780983" cy="3780983"/>
            <a:chOff x="0" y="0"/>
            <a:chExt cx="812800" cy="812800"/>
          </a:xfrm>
        </p:grpSpPr>
        <p:sp>
          <p:nvSpPr>
            <p:cNvPr id="1369" name="Google Shape;1369;g36d7211e311_0_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g36d7211e311_0_8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1" name="Google Shape;1371;g36d7211e311_0_80"/>
          <p:cNvSpPr/>
          <p:nvPr/>
        </p:nvSpPr>
        <p:spPr>
          <a:xfrm>
            <a:off x="14684252" y="251935"/>
            <a:ext cx="1920257" cy="1944667"/>
          </a:xfrm>
          <a:custGeom>
            <a:rect b="b" l="l" r="r" t="t"/>
            <a:pathLst>
              <a:path extrusionOk="0" h="1944667" w="1920257">
                <a:moveTo>
                  <a:pt x="0" y="0"/>
                </a:moveTo>
                <a:lnTo>
                  <a:pt x="1920257" y="0"/>
                </a:lnTo>
                <a:lnTo>
                  <a:pt x="1920257" y="1944668"/>
                </a:lnTo>
                <a:lnTo>
                  <a:pt x="0" y="1944668"/>
                </a:lnTo>
                <a:lnTo>
                  <a:pt x="0" y="0"/>
                </a:lnTo>
                <a:close/>
              </a:path>
            </a:pathLst>
          </a:custGeom>
          <a:blipFill rotWithShape="1">
            <a:blip r:embed="rId4">
              <a:alphaModFix/>
            </a:blip>
            <a:stretch>
              <a:fillRect b="0" l="0" r="-25068" t="-23499"/>
            </a:stretch>
          </a:blipFill>
          <a:ln>
            <a:noFill/>
          </a:ln>
        </p:spPr>
      </p:sp>
      <p:sp>
        <p:nvSpPr>
          <p:cNvPr id="1372" name="Google Shape;1372;g36d7211e311_0_80"/>
          <p:cNvSpPr/>
          <p:nvPr/>
        </p:nvSpPr>
        <p:spPr>
          <a:xfrm>
            <a:off x="8786634" y="7994024"/>
            <a:ext cx="449114" cy="449114"/>
          </a:xfrm>
          <a:custGeom>
            <a:rect b="b" l="l" r="r" t="t"/>
            <a:pathLst>
              <a:path extrusionOk="0" h="449114" w="449114">
                <a:moveTo>
                  <a:pt x="0" y="0"/>
                </a:moveTo>
                <a:lnTo>
                  <a:pt x="449114" y="0"/>
                </a:lnTo>
                <a:lnTo>
                  <a:pt x="449114" y="449113"/>
                </a:lnTo>
                <a:lnTo>
                  <a:pt x="0" y="449113"/>
                </a:lnTo>
                <a:lnTo>
                  <a:pt x="0" y="0"/>
                </a:lnTo>
                <a:close/>
              </a:path>
            </a:pathLst>
          </a:custGeom>
          <a:blipFill rotWithShape="1">
            <a:blip r:embed="rId5">
              <a:alphaModFix/>
            </a:blip>
            <a:stretch>
              <a:fillRect b="0" l="0" r="0" t="0"/>
            </a:stretch>
          </a:blipFill>
          <a:ln>
            <a:noFill/>
          </a:ln>
        </p:spPr>
      </p:sp>
      <p:grpSp>
        <p:nvGrpSpPr>
          <p:cNvPr id="1373" name="Google Shape;1373;g36d7211e311_0_80"/>
          <p:cNvGrpSpPr/>
          <p:nvPr/>
        </p:nvGrpSpPr>
        <p:grpSpPr>
          <a:xfrm>
            <a:off x="-2478818" y="7273489"/>
            <a:ext cx="4957674" cy="4957674"/>
            <a:chOff x="0" y="0"/>
            <a:chExt cx="812800" cy="812800"/>
          </a:xfrm>
        </p:grpSpPr>
        <p:sp>
          <p:nvSpPr>
            <p:cNvPr id="1374" name="Google Shape;1374;g36d7211e311_0_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4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g36d7211e311_0_8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6" name="Google Shape;1376;g36d7211e311_0_80"/>
          <p:cNvSpPr/>
          <p:nvPr/>
        </p:nvSpPr>
        <p:spPr>
          <a:xfrm>
            <a:off x="1689491" y="8395053"/>
            <a:ext cx="1578654" cy="1598722"/>
          </a:xfrm>
          <a:custGeom>
            <a:rect b="b" l="l" r="r" t="t"/>
            <a:pathLst>
              <a:path extrusionOk="0" h="1598722" w="1578654">
                <a:moveTo>
                  <a:pt x="0" y="0"/>
                </a:moveTo>
                <a:lnTo>
                  <a:pt x="1578654" y="0"/>
                </a:lnTo>
                <a:lnTo>
                  <a:pt x="1578654" y="1598722"/>
                </a:lnTo>
                <a:lnTo>
                  <a:pt x="0" y="1598722"/>
                </a:lnTo>
                <a:lnTo>
                  <a:pt x="0" y="0"/>
                </a:lnTo>
                <a:close/>
              </a:path>
            </a:pathLst>
          </a:custGeom>
          <a:blipFill rotWithShape="1">
            <a:blip r:embed="rId6">
              <a:alphaModFix/>
            </a:blip>
            <a:stretch>
              <a:fillRect b="0" l="0" r="-25068" t="-23499"/>
            </a:stretch>
          </a:blipFill>
          <a:ln>
            <a:noFill/>
          </a:ln>
        </p:spPr>
      </p:sp>
      <p:sp>
        <p:nvSpPr>
          <p:cNvPr id="1377" name="Google Shape;1377;g36d7211e311_0_80"/>
          <p:cNvSpPr/>
          <p:nvPr/>
        </p:nvSpPr>
        <p:spPr>
          <a:xfrm>
            <a:off x="9464394" y="-1148714"/>
            <a:ext cx="2841003" cy="3083856"/>
          </a:xfrm>
          <a:custGeom>
            <a:rect b="b" l="l" r="r" t="t"/>
            <a:pathLst>
              <a:path extrusionOk="0" h="3083856" w="2841003">
                <a:moveTo>
                  <a:pt x="0" y="0"/>
                </a:moveTo>
                <a:lnTo>
                  <a:pt x="2841003" y="0"/>
                </a:lnTo>
                <a:lnTo>
                  <a:pt x="2841003" y="3083856"/>
                </a:lnTo>
                <a:lnTo>
                  <a:pt x="0" y="3083856"/>
                </a:lnTo>
                <a:lnTo>
                  <a:pt x="0" y="0"/>
                </a:lnTo>
                <a:close/>
              </a:path>
            </a:pathLst>
          </a:custGeom>
          <a:blipFill rotWithShape="1">
            <a:blip r:embed="rId7">
              <a:alphaModFix amt="20000"/>
            </a:blip>
            <a:stretch>
              <a:fillRect b="0" l="0" r="0" t="0"/>
            </a:stretch>
          </a:blipFill>
          <a:ln>
            <a:noFill/>
          </a:ln>
        </p:spPr>
      </p:sp>
      <p:sp>
        <p:nvSpPr>
          <p:cNvPr id="1378" name="Google Shape;1378;g36d7211e311_0_80"/>
          <p:cNvSpPr/>
          <p:nvPr/>
        </p:nvSpPr>
        <p:spPr>
          <a:xfrm>
            <a:off x="5512478" y="8931256"/>
            <a:ext cx="3445649" cy="3083856"/>
          </a:xfrm>
          <a:custGeom>
            <a:rect b="b" l="l" r="r" t="t"/>
            <a:pathLst>
              <a:path extrusionOk="0" h="3083856" w="3445649">
                <a:moveTo>
                  <a:pt x="0" y="0"/>
                </a:moveTo>
                <a:lnTo>
                  <a:pt x="3445650" y="0"/>
                </a:lnTo>
                <a:lnTo>
                  <a:pt x="3445650" y="3083856"/>
                </a:lnTo>
                <a:lnTo>
                  <a:pt x="0" y="3083856"/>
                </a:lnTo>
                <a:lnTo>
                  <a:pt x="0" y="0"/>
                </a:lnTo>
                <a:close/>
              </a:path>
            </a:pathLst>
          </a:custGeom>
          <a:blipFill rotWithShape="1">
            <a:blip r:embed="rId8">
              <a:alphaModFix amt="20000"/>
            </a:blip>
            <a:stretch>
              <a:fillRect b="0" l="0" r="0" t="0"/>
            </a:stretch>
          </a:blipFill>
          <a:ln>
            <a:noFill/>
          </a:ln>
        </p:spPr>
      </p:sp>
      <p:grpSp>
        <p:nvGrpSpPr>
          <p:cNvPr id="1379" name="Google Shape;1379;g36d7211e311_0_80"/>
          <p:cNvGrpSpPr/>
          <p:nvPr/>
        </p:nvGrpSpPr>
        <p:grpSpPr>
          <a:xfrm>
            <a:off x="0" y="-180827"/>
            <a:ext cx="7086154" cy="767733"/>
            <a:chOff x="0" y="-47625"/>
            <a:chExt cx="1866300" cy="202200"/>
          </a:xfrm>
        </p:grpSpPr>
        <p:sp>
          <p:nvSpPr>
            <p:cNvPr id="1380" name="Google Shape;1380;g36d7211e311_0_8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81" name="Google Shape;1381;g36d7211e311_0_8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82" name="Google Shape;1382;g36d7211e311_0_80"/>
          <p:cNvGrpSpPr/>
          <p:nvPr/>
        </p:nvGrpSpPr>
        <p:grpSpPr>
          <a:xfrm>
            <a:off x="11202461" y="9519722"/>
            <a:ext cx="7086154" cy="767733"/>
            <a:chOff x="0" y="-47625"/>
            <a:chExt cx="1866300" cy="202200"/>
          </a:xfrm>
        </p:grpSpPr>
        <p:sp>
          <p:nvSpPr>
            <p:cNvPr id="1383" name="Google Shape;1383;g36d7211e311_0_80"/>
            <p:cNvSpPr/>
            <p:nvPr/>
          </p:nvSpPr>
          <p:spPr>
            <a:xfrm>
              <a:off x="0" y="0"/>
              <a:ext cx="1866150" cy="154456"/>
            </a:xfrm>
            <a:custGeom>
              <a:rect b="b" l="l" r="r" t="t"/>
              <a:pathLst>
                <a:path extrusionOk="0" h="154456" w="1866150">
                  <a:moveTo>
                    <a:pt x="0" y="0"/>
                  </a:moveTo>
                  <a:lnTo>
                    <a:pt x="1866150" y="0"/>
                  </a:lnTo>
                  <a:lnTo>
                    <a:pt x="1866150" y="154456"/>
                  </a:lnTo>
                  <a:lnTo>
                    <a:pt x="0" y="154456"/>
                  </a:lnTo>
                  <a:close/>
                </a:path>
              </a:pathLst>
            </a:custGeom>
            <a:solidFill>
              <a:srgbClr val="3E5477"/>
            </a:solidFill>
            <a:ln>
              <a:noFill/>
            </a:ln>
          </p:spPr>
        </p:sp>
        <p:sp>
          <p:nvSpPr>
            <p:cNvPr id="1384" name="Google Shape;1384;g36d7211e311_0_80"/>
            <p:cNvSpPr txBox="1"/>
            <p:nvPr/>
          </p:nvSpPr>
          <p:spPr>
            <a:xfrm>
              <a:off x="0" y="-47625"/>
              <a:ext cx="1866300" cy="202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5" name="Google Shape;1385;g36d7211e311_0_80"/>
          <p:cNvSpPr/>
          <p:nvPr/>
        </p:nvSpPr>
        <p:spPr>
          <a:xfrm rot="-5400000">
            <a:off x="15222781" y="5829701"/>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386" name="Google Shape;1386;g36d7211e311_0_80"/>
          <p:cNvSpPr/>
          <p:nvPr/>
        </p:nvSpPr>
        <p:spPr>
          <a:xfrm rot="-5400000">
            <a:off x="-3156901" y="3593980"/>
            <a:ext cx="6222120" cy="863319"/>
          </a:xfrm>
          <a:custGeom>
            <a:rect b="b" l="l" r="r" t="t"/>
            <a:pathLst>
              <a:path extrusionOk="0" h="863319" w="6222120">
                <a:moveTo>
                  <a:pt x="0" y="0"/>
                </a:moveTo>
                <a:lnTo>
                  <a:pt x="6222120" y="0"/>
                </a:lnTo>
                <a:lnTo>
                  <a:pt x="6222120" y="863319"/>
                </a:lnTo>
                <a:lnTo>
                  <a:pt x="0" y="863319"/>
                </a:lnTo>
                <a:lnTo>
                  <a:pt x="0" y="0"/>
                </a:lnTo>
                <a:close/>
              </a:path>
            </a:pathLst>
          </a:custGeom>
          <a:blipFill rotWithShape="1">
            <a:blip r:embed="rId9">
              <a:alphaModFix/>
            </a:blip>
            <a:stretch>
              <a:fillRect b="0" l="0" r="0" t="0"/>
            </a:stretch>
          </a:blipFill>
          <a:ln>
            <a:noFill/>
          </a:ln>
        </p:spPr>
      </p:sp>
      <p:sp>
        <p:nvSpPr>
          <p:cNvPr id="1387" name="Google Shape;1387;g36d7211e311_0_80"/>
          <p:cNvSpPr/>
          <p:nvPr/>
        </p:nvSpPr>
        <p:spPr>
          <a:xfrm>
            <a:off x="1488744" y="1149929"/>
            <a:ext cx="3151572" cy="1084632"/>
          </a:xfrm>
          <a:custGeom>
            <a:rect b="b" l="l" r="r" t="t"/>
            <a:pathLst>
              <a:path extrusionOk="0" h="1084632" w="3151572">
                <a:moveTo>
                  <a:pt x="0" y="0"/>
                </a:moveTo>
                <a:lnTo>
                  <a:pt x="3151572" y="0"/>
                </a:lnTo>
                <a:lnTo>
                  <a:pt x="3151572" y="1084632"/>
                </a:lnTo>
                <a:lnTo>
                  <a:pt x="0" y="1084632"/>
                </a:lnTo>
                <a:lnTo>
                  <a:pt x="0" y="0"/>
                </a:lnTo>
                <a:close/>
              </a:path>
            </a:pathLst>
          </a:custGeom>
          <a:blipFill rotWithShape="1">
            <a:blip r:embed="rId10">
              <a:alphaModFix/>
            </a:blip>
            <a:stretch>
              <a:fillRect b="0" l="0" r="0" t="0"/>
            </a:stretch>
          </a:blipFill>
          <a:ln>
            <a:noFill/>
          </a:ln>
        </p:spPr>
      </p:sp>
      <p:sp>
        <p:nvSpPr>
          <p:cNvPr id="1388" name="Google Shape;1388;g36d7211e311_0_80"/>
          <p:cNvSpPr txBox="1"/>
          <p:nvPr/>
        </p:nvSpPr>
        <p:spPr>
          <a:xfrm>
            <a:off x="2251508" y="5671775"/>
            <a:ext cx="65541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400" u="none" cap="none" strike="noStrike">
                <a:solidFill>
                  <a:srgbClr val="0B315E"/>
                </a:solidFill>
                <a:latin typeface="Montserrat"/>
                <a:ea typeface="Montserrat"/>
                <a:cs typeface="Montserrat"/>
                <a:sym typeface="Montserrat"/>
              </a:rPr>
              <a:t>Sampai jumpa di pertemuan selanjutnya</a:t>
            </a:r>
            <a:endParaRPr/>
          </a:p>
          <a:p>
            <a:pPr indent="0" lvl="0" marL="0" marR="0" rtl="0" algn="l">
              <a:lnSpc>
                <a:spcPct val="150000"/>
              </a:lnSpc>
              <a:spcBef>
                <a:spcPts val="0"/>
              </a:spcBef>
              <a:spcAft>
                <a:spcPts val="0"/>
              </a:spcAft>
              <a:buNone/>
            </a:pPr>
            <a:r>
              <a:rPr b="1" i="0" lang="en-US" sz="2400" u="none" cap="none" strike="noStrike">
                <a:solidFill>
                  <a:srgbClr val="0B315E"/>
                </a:solidFill>
                <a:latin typeface="Montserrat"/>
                <a:ea typeface="Montserrat"/>
                <a:cs typeface="Montserrat"/>
                <a:sym typeface="Montserrat"/>
              </a:rPr>
              <a:t>Salam Kompeten !</a:t>
            </a:r>
            <a:endParaRPr/>
          </a:p>
        </p:txBody>
      </p:sp>
      <p:sp>
        <p:nvSpPr>
          <p:cNvPr id="1389" name="Google Shape;1389;g36d7211e311_0_80"/>
          <p:cNvSpPr txBox="1"/>
          <p:nvPr/>
        </p:nvSpPr>
        <p:spPr>
          <a:xfrm>
            <a:off x="2121754" y="4640269"/>
            <a:ext cx="7297500" cy="11346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0" i="0" lang="en-US" sz="7372" u="none" cap="none" strike="noStrike">
                <a:solidFill>
                  <a:srgbClr val="040912"/>
                </a:solidFill>
                <a:latin typeface="League Spartan"/>
                <a:ea typeface="League Spartan"/>
                <a:cs typeface="League Spartan"/>
                <a:sym typeface="League Spartan"/>
              </a:rPr>
              <a:t>TERIMA KASIH</a:t>
            </a:r>
            <a:endParaRPr/>
          </a:p>
        </p:txBody>
      </p:sp>
      <p:sp>
        <p:nvSpPr>
          <p:cNvPr id="1390" name="Google Shape;1390;g36d7211e311_0_80"/>
          <p:cNvSpPr txBox="1"/>
          <p:nvPr/>
        </p:nvSpPr>
        <p:spPr>
          <a:xfrm>
            <a:off x="2121754" y="3668692"/>
            <a:ext cx="5713200" cy="984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0" i="0" lang="en-US" sz="6399" u="none" cap="none" strike="noStrike">
                <a:solidFill>
                  <a:srgbClr val="040912"/>
                </a:solidFill>
                <a:latin typeface="League Spartan"/>
                <a:ea typeface="League Spartan"/>
                <a:cs typeface="League Spartan"/>
                <a:sym typeface="League Spartan"/>
              </a:rPr>
              <a:t>SEKIAN DAN </a:t>
            </a:r>
            <a:endParaRPr/>
          </a:p>
        </p:txBody>
      </p:sp>
      <p:sp>
        <p:nvSpPr>
          <p:cNvPr id="1391" name="Google Shape;1391;g36d7211e311_0_80"/>
          <p:cNvSpPr txBox="1"/>
          <p:nvPr/>
        </p:nvSpPr>
        <p:spPr>
          <a:xfrm>
            <a:off x="9580137" y="7975375"/>
            <a:ext cx="1013700" cy="400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0B315E"/>
                </a:solidFill>
                <a:latin typeface="Montserrat"/>
                <a:ea typeface="Montserrat"/>
                <a:cs typeface="Montserrat"/>
                <a:sym typeface="Montserrat"/>
              </a:rPr>
              <a:t>2025</a:t>
            </a:r>
            <a:endParaRPr/>
          </a:p>
        </p:txBody>
      </p:sp>
      <p:grpSp>
        <p:nvGrpSpPr>
          <p:cNvPr id="1392" name="Google Shape;1392;g36d7211e311_0_80"/>
          <p:cNvGrpSpPr/>
          <p:nvPr/>
        </p:nvGrpSpPr>
        <p:grpSpPr>
          <a:xfrm>
            <a:off x="11906085" y="4493368"/>
            <a:ext cx="4189252" cy="4189252"/>
            <a:chOff x="0" y="0"/>
            <a:chExt cx="812800" cy="812800"/>
          </a:xfrm>
        </p:grpSpPr>
        <p:sp>
          <p:nvSpPr>
            <p:cNvPr id="1393" name="Google Shape;1393;g36d7211e311_0_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61">
                <a:alpha val="223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36d7211e311_0_80"/>
            <p:cNvSpPr txBox="1"/>
            <p:nvPr/>
          </p:nvSpPr>
          <p:spPr>
            <a:xfrm>
              <a:off x="76200" y="28575"/>
              <a:ext cx="660300" cy="708000"/>
            </a:xfrm>
            <a:prstGeom prst="rect">
              <a:avLst/>
            </a:prstGeom>
            <a:noFill/>
            <a:ln>
              <a:noFill/>
            </a:ln>
          </p:spPr>
          <p:txBody>
            <a:bodyPr anchorCtr="0" anchor="ctr" bIns="61050" lIns="61050" spcFirstLastPara="1" rIns="61050" wrap="square" tIns="61050">
              <a:noAutofit/>
            </a:bodyPr>
            <a:lstStyle/>
            <a:p>
              <a:pPr indent="0" lvl="0" marL="0" marR="0" rtl="0" algn="ctr">
                <a:lnSpc>
                  <a:spcPct val="15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5" name="Google Shape;1395;g36d7211e311_0_80"/>
          <p:cNvSpPr/>
          <p:nvPr/>
        </p:nvSpPr>
        <p:spPr>
          <a:xfrm flipH="1" rot="-508449">
            <a:off x="11921912" y="2161311"/>
            <a:ext cx="4240876" cy="6077873"/>
          </a:xfrm>
          <a:custGeom>
            <a:rect b="b" l="l" r="r" t="t"/>
            <a:pathLst>
              <a:path extrusionOk="0" h="6072240" w="4236945">
                <a:moveTo>
                  <a:pt x="4236945" y="0"/>
                </a:moveTo>
                <a:lnTo>
                  <a:pt x="0" y="0"/>
                </a:lnTo>
                <a:lnTo>
                  <a:pt x="0" y="6072241"/>
                </a:lnTo>
                <a:lnTo>
                  <a:pt x="4236945" y="6072241"/>
                </a:lnTo>
                <a:lnTo>
                  <a:pt x="4236945" y="0"/>
                </a:lnTo>
                <a:close/>
              </a:path>
            </a:pathLst>
          </a:custGeom>
          <a:blipFill rotWithShape="1">
            <a:blip r:embed="rId11">
              <a:alphaModFix/>
            </a:blip>
            <a:stretch>
              <a:fillRect b="0" l="-11208" r="-11478" t="-52529"/>
            </a:stretch>
          </a:blipFill>
          <a:ln>
            <a:noFill/>
          </a:ln>
        </p:spPr>
      </p:sp>
      <p:sp>
        <p:nvSpPr>
          <p:cNvPr id="1396" name="Google Shape;1396;g36d7211e311_0_80"/>
          <p:cNvSpPr/>
          <p:nvPr/>
        </p:nvSpPr>
        <p:spPr>
          <a:xfrm>
            <a:off x="15489523" y="8911057"/>
            <a:ext cx="329857" cy="329857"/>
          </a:xfrm>
          <a:custGeom>
            <a:rect b="b" l="l" r="r" t="t"/>
            <a:pathLst>
              <a:path extrusionOk="0" h="329857" w="329857">
                <a:moveTo>
                  <a:pt x="0" y="0"/>
                </a:moveTo>
                <a:lnTo>
                  <a:pt x="329857" y="0"/>
                </a:lnTo>
                <a:lnTo>
                  <a:pt x="329857" y="329858"/>
                </a:lnTo>
                <a:lnTo>
                  <a:pt x="0" y="329858"/>
                </a:lnTo>
                <a:lnTo>
                  <a:pt x="0" y="0"/>
                </a:lnTo>
                <a:close/>
              </a:path>
            </a:pathLst>
          </a:custGeom>
          <a:blipFill rotWithShape="1">
            <a:blip r:embed="rId12">
              <a:alphaModFix amt="50000"/>
            </a:blip>
            <a:stretch>
              <a:fillRect b="0" l="0" r="0" t="0"/>
            </a:stretch>
          </a:blipFill>
          <a:ln>
            <a:noFill/>
          </a:ln>
        </p:spPr>
      </p:sp>
      <p:sp>
        <p:nvSpPr>
          <p:cNvPr id="1397" name="Google Shape;1397;g36d7211e311_0_80"/>
          <p:cNvSpPr txBox="1"/>
          <p:nvPr/>
        </p:nvSpPr>
        <p:spPr>
          <a:xfrm>
            <a:off x="11202461" y="8855006"/>
            <a:ext cx="42870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00" u="none" cap="none" strike="noStrike">
                <a:solidFill>
                  <a:srgbClr val="0B315E"/>
                </a:solidFill>
                <a:latin typeface="Montserrat"/>
                <a:ea typeface="Montserrat"/>
                <a:cs typeface="Montserrat"/>
                <a:sym typeface="Montserrat"/>
              </a:rPr>
              <a:t>Smart </a:t>
            </a:r>
            <a:r>
              <a:rPr b="1" i="0" lang="en-US" sz="2400" u="none" cap="none" strike="noStrike">
                <a:solidFill>
                  <a:srgbClr val="0B315E"/>
                </a:solidFill>
                <a:latin typeface="Montserrat"/>
                <a:ea typeface="Montserrat"/>
                <a:cs typeface="Montserrat"/>
                <a:sym typeface="Montserrat"/>
              </a:rPr>
              <a:t>Creative Skills </a:t>
            </a:r>
            <a:r>
              <a:rPr b="0" i="0" lang="en-US" sz="2400" u="none" cap="none" strike="noStrike">
                <a:solidFill>
                  <a:srgbClr val="0B315E"/>
                </a:solidFill>
                <a:latin typeface="Montserrat"/>
                <a:ea typeface="Montserrat"/>
                <a:cs typeface="Montserrat"/>
                <a:sym typeface="Montserrat"/>
              </a:rPr>
              <a:t>Team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